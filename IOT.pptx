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71" r:id="rId2"/>
    <p:sldId id="318" r:id="rId3"/>
    <p:sldId id="284" r:id="rId4"/>
    <p:sldId id="322" r:id="rId5"/>
    <p:sldId id="319" r:id="rId6"/>
    <p:sldId id="320" r:id="rId7"/>
    <p:sldId id="323" r:id="rId8"/>
    <p:sldId id="324" r:id="rId9"/>
    <p:sldId id="325" r:id="rId10"/>
    <p:sldId id="326" r:id="rId11"/>
    <p:sldId id="327" r:id="rId12"/>
    <p:sldId id="329" r:id="rId13"/>
    <p:sldId id="330" r:id="rId14"/>
    <p:sldId id="328" r:id="rId15"/>
    <p:sldId id="331" r:id="rId16"/>
    <p:sldId id="332" r:id="rId17"/>
    <p:sldId id="334" r:id="rId18"/>
  </p:sldIdLst>
  <p:sldSz cx="9144000" cy="6858000" type="screen4x3"/>
  <p:notesSz cx="6858000" cy="9144000"/>
  <p:defaultTextStyle>
    <a:defPPr>
      <a:defRPr lang="ar-LY"/>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A4A"/>
    <a:srgbClr val="BBD927"/>
    <a:srgbClr val="A3D22C"/>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996" autoAdjust="0"/>
    <p:restoredTop sz="94249" autoAdjust="0"/>
  </p:normalViewPr>
  <p:slideViewPr>
    <p:cSldViewPr>
      <p:cViewPr varScale="1">
        <p:scale>
          <a:sx n="68" d="100"/>
          <a:sy n="68" d="100"/>
        </p:scale>
        <p:origin x="1308"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2130425"/>
            <a:ext cx="7772400" cy="1470025"/>
          </a:xfrm>
        </p:spPr>
        <p:txBody>
          <a:bodyPr/>
          <a:lstStyle/>
          <a:p>
            <a:r>
              <a:rPr lang="ar-SA"/>
              <a:t>انقر لتحرير نمط العنوان الرئيسي</a:t>
            </a:r>
            <a:endParaRPr lang="ar-LY"/>
          </a:p>
        </p:txBody>
      </p:sp>
      <p:sp>
        <p:nvSpPr>
          <p:cNvPr id="3" name="عنوان فرعي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a:t>انقر لتحرير نمط العنوان الثانوي الرئيسي</a:t>
            </a:r>
            <a:endParaRPr lang="ar-LY"/>
          </a:p>
        </p:txBody>
      </p:sp>
      <p:sp>
        <p:nvSpPr>
          <p:cNvPr id="4" name="عنصر نائب للتاريخ 3"/>
          <p:cNvSpPr>
            <a:spLocks noGrp="1"/>
          </p:cNvSpPr>
          <p:nvPr>
            <p:ph type="dt" sz="half" idx="10"/>
          </p:nvPr>
        </p:nvSpPr>
        <p:spPr/>
        <p:txBody>
          <a:bodyPr/>
          <a:lstStyle/>
          <a:p>
            <a:fld id="{6C61033C-F149-496A-ACF2-5AC48A3C7E84}" type="datetimeFigureOut">
              <a:rPr lang="ar-LY" smtClean="0"/>
              <a:t>28/01/1442</a:t>
            </a:fld>
            <a:endParaRPr lang="ar-LY"/>
          </a:p>
        </p:txBody>
      </p:sp>
      <p:sp>
        <p:nvSpPr>
          <p:cNvPr id="5" name="عنصر نائب للتذييل 4"/>
          <p:cNvSpPr>
            <a:spLocks noGrp="1"/>
          </p:cNvSpPr>
          <p:nvPr>
            <p:ph type="ftr" sz="quarter" idx="11"/>
          </p:nvPr>
        </p:nvSpPr>
        <p:spPr/>
        <p:txBody>
          <a:bodyPr/>
          <a:lstStyle/>
          <a:p>
            <a:endParaRPr lang="ar-LY"/>
          </a:p>
        </p:txBody>
      </p:sp>
      <p:sp>
        <p:nvSpPr>
          <p:cNvPr id="6" name="عنصر نائب لرقم الشريحة 5"/>
          <p:cNvSpPr>
            <a:spLocks noGrp="1"/>
          </p:cNvSpPr>
          <p:nvPr>
            <p:ph type="sldNum" sz="quarter" idx="12"/>
          </p:nvPr>
        </p:nvSpPr>
        <p:spPr/>
        <p:txBody>
          <a:bodyPr/>
          <a:lstStyle/>
          <a:p>
            <a:fld id="{6E94399E-DFB2-45F1-AE7A-ADA56916C967}" type="slidenum">
              <a:rPr lang="ar-LY" smtClean="0"/>
              <a:t>‹#›</a:t>
            </a:fld>
            <a:endParaRPr lang="ar-LY"/>
          </a:p>
        </p:txBody>
      </p:sp>
    </p:spTree>
    <p:extLst>
      <p:ext uri="{BB962C8B-B14F-4D97-AF65-F5344CB8AC3E}">
        <p14:creationId xmlns:p14="http://schemas.microsoft.com/office/powerpoint/2010/main" val="3703020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LY"/>
          </a:p>
        </p:txBody>
      </p:sp>
      <p:sp>
        <p:nvSpPr>
          <p:cNvPr id="3" name="عنصر نائب للمحتوى 2"/>
          <p:cNvSpPr>
            <a:spLocks noGrp="1"/>
          </p:cNvSpPr>
          <p:nvPr>
            <p:ph idx="1"/>
          </p:nvPr>
        </p:nvSpPr>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LY"/>
          </a:p>
        </p:txBody>
      </p:sp>
      <p:sp>
        <p:nvSpPr>
          <p:cNvPr id="4" name="عنصر نائب للتاريخ 3"/>
          <p:cNvSpPr>
            <a:spLocks noGrp="1"/>
          </p:cNvSpPr>
          <p:nvPr>
            <p:ph type="dt" sz="half" idx="10"/>
          </p:nvPr>
        </p:nvSpPr>
        <p:spPr/>
        <p:txBody>
          <a:bodyPr/>
          <a:lstStyle/>
          <a:p>
            <a:fld id="{6C61033C-F149-496A-ACF2-5AC48A3C7E84}" type="datetimeFigureOut">
              <a:rPr lang="ar-LY" smtClean="0"/>
              <a:t>28/01/1442</a:t>
            </a:fld>
            <a:endParaRPr lang="ar-LY"/>
          </a:p>
        </p:txBody>
      </p:sp>
      <p:sp>
        <p:nvSpPr>
          <p:cNvPr id="5" name="عنصر نائب للتذييل 4"/>
          <p:cNvSpPr>
            <a:spLocks noGrp="1"/>
          </p:cNvSpPr>
          <p:nvPr>
            <p:ph type="ftr" sz="quarter" idx="11"/>
          </p:nvPr>
        </p:nvSpPr>
        <p:spPr/>
        <p:txBody>
          <a:bodyPr/>
          <a:lstStyle/>
          <a:p>
            <a:endParaRPr lang="ar-LY"/>
          </a:p>
        </p:txBody>
      </p:sp>
      <p:sp>
        <p:nvSpPr>
          <p:cNvPr id="6" name="عنصر نائب لرقم الشريحة 5"/>
          <p:cNvSpPr>
            <a:spLocks noGrp="1"/>
          </p:cNvSpPr>
          <p:nvPr>
            <p:ph type="sldNum" sz="quarter" idx="12"/>
          </p:nvPr>
        </p:nvSpPr>
        <p:spPr/>
        <p:txBody>
          <a:bodyPr/>
          <a:lstStyle/>
          <a:p>
            <a:fld id="{6E94399E-DFB2-45F1-AE7A-ADA56916C967}" type="slidenum">
              <a:rPr lang="ar-LY" smtClean="0"/>
              <a:t>‹#›</a:t>
            </a:fld>
            <a:endParaRPr lang="ar-LY"/>
          </a:p>
        </p:txBody>
      </p:sp>
    </p:spTree>
    <p:extLst>
      <p:ext uri="{BB962C8B-B14F-4D97-AF65-F5344CB8AC3E}">
        <p14:creationId xmlns:p14="http://schemas.microsoft.com/office/powerpoint/2010/main" val="3160677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722313" y="4406900"/>
            <a:ext cx="7772400" cy="1362075"/>
          </a:xfrm>
        </p:spPr>
        <p:txBody>
          <a:bodyPr anchor="t"/>
          <a:lstStyle>
            <a:lvl1pPr algn="r">
              <a:defRPr sz="4000" b="1" cap="all"/>
            </a:lvl1pPr>
          </a:lstStyle>
          <a:p>
            <a:r>
              <a:rPr lang="ar-SA"/>
              <a:t>انقر لتحرير نمط العنوان الرئيسي</a:t>
            </a:r>
            <a:endParaRPr lang="ar-LY"/>
          </a:p>
        </p:txBody>
      </p:sp>
      <p:sp>
        <p:nvSpPr>
          <p:cNvPr id="3" name="عنصر نائب للنص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النص الرئيسي</a:t>
            </a:r>
          </a:p>
        </p:txBody>
      </p:sp>
      <p:sp>
        <p:nvSpPr>
          <p:cNvPr id="4" name="عنصر نائب للتاريخ 3"/>
          <p:cNvSpPr>
            <a:spLocks noGrp="1"/>
          </p:cNvSpPr>
          <p:nvPr>
            <p:ph type="dt" sz="half" idx="10"/>
          </p:nvPr>
        </p:nvSpPr>
        <p:spPr/>
        <p:txBody>
          <a:bodyPr/>
          <a:lstStyle/>
          <a:p>
            <a:fld id="{6C61033C-F149-496A-ACF2-5AC48A3C7E84}" type="datetimeFigureOut">
              <a:rPr lang="ar-LY" smtClean="0"/>
              <a:t>28/01/1442</a:t>
            </a:fld>
            <a:endParaRPr lang="ar-LY"/>
          </a:p>
        </p:txBody>
      </p:sp>
      <p:sp>
        <p:nvSpPr>
          <p:cNvPr id="5" name="عنصر نائب للتذييل 4"/>
          <p:cNvSpPr>
            <a:spLocks noGrp="1"/>
          </p:cNvSpPr>
          <p:nvPr>
            <p:ph type="ftr" sz="quarter" idx="11"/>
          </p:nvPr>
        </p:nvSpPr>
        <p:spPr/>
        <p:txBody>
          <a:bodyPr/>
          <a:lstStyle/>
          <a:p>
            <a:endParaRPr lang="ar-LY"/>
          </a:p>
        </p:txBody>
      </p:sp>
      <p:sp>
        <p:nvSpPr>
          <p:cNvPr id="6" name="عنصر نائب لرقم الشريحة 5"/>
          <p:cNvSpPr>
            <a:spLocks noGrp="1"/>
          </p:cNvSpPr>
          <p:nvPr>
            <p:ph type="sldNum" sz="quarter" idx="12"/>
          </p:nvPr>
        </p:nvSpPr>
        <p:spPr/>
        <p:txBody>
          <a:bodyPr/>
          <a:lstStyle/>
          <a:p>
            <a:fld id="{6E94399E-DFB2-45F1-AE7A-ADA56916C967}" type="slidenum">
              <a:rPr lang="ar-LY" smtClean="0"/>
              <a:t>‹#›</a:t>
            </a:fld>
            <a:endParaRPr lang="ar-LY"/>
          </a:p>
        </p:txBody>
      </p:sp>
    </p:spTree>
    <p:extLst>
      <p:ext uri="{BB962C8B-B14F-4D97-AF65-F5344CB8AC3E}">
        <p14:creationId xmlns:p14="http://schemas.microsoft.com/office/powerpoint/2010/main" val="2496112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LY"/>
          </a:p>
        </p:txBody>
      </p:sp>
      <p:sp>
        <p:nvSpPr>
          <p:cNvPr id="3" name="عنصر نائب للمحتوى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LY"/>
          </a:p>
        </p:txBody>
      </p:sp>
      <p:sp>
        <p:nvSpPr>
          <p:cNvPr id="4" name="عنصر نائب للمحتوى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LY"/>
          </a:p>
        </p:txBody>
      </p:sp>
      <p:sp>
        <p:nvSpPr>
          <p:cNvPr id="5" name="عنصر نائب للتاريخ 4"/>
          <p:cNvSpPr>
            <a:spLocks noGrp="1"/>
          </p:cNvSpPr>
          <p:nvPr>
            <p:ph type="dt" sz="half" idx="10"/>
          </p:nvPr>
        </p:nvSpPr>
        <p:spPr/>
        <p:txBody>
          <a:bodyPr/>
          <a:lstStyle/>
          <a:p>
            <a:fld id="{6C61033C-F149-496A-ACF2-5AC48A3C7E84}" type="datetimeFigureOut">
              <a:rPr lang="ar-LY" smtClean="0"/>
              <a:t>28/01/1442</a:t>
            </a:fld>
            <a:endParaRPr lang="ar-LY"/>
          </a:p>
        </p:txBody>
      </p:sp>
      <p:sp>
        <p:nvSpPr>
          <p:cNvPr id="6" name="عنصر نائب للتذييل 5"/>
          <p:cNvSpPr>
            <a:spLocks noGrp="1"/>
          </p:cNvSpPr>
          <p:nvPr>
            <p:ph type="ftr" sz="quarter" idx="11"/>
          </p:nvPr>
        </p:nvSpPr>
        <p:spPr/>
        <p:txBody>
          <a:bodyPr/>
          <a:lstStyle/>
          <a:p>
            <a:endParaRPr lang="ar-LY"/>
          </a:p>
        </p:txBody>
      </p:sp>
      <p:sp>
        <p:nvSpPr>
          <p:cNvPr id="7" name="عنصر نائب لرقم الشريحة 6"/>
          <p:cNvSpPr>
            <a:spLocks noGrp="1"/>
          </p:cNvSpPr>
          <p:nvPr>
            <p:ph type="sldNum" sz="quarter" idx="12"/>
          </p:nvPr>
        </p:nvSpPr>
        <p:spPr/>
        <p:txBody>
          <a:bodyPr/>
          <a:lstStyle/>
          <a:p>
            <a:fld id="{6E94399E-DFB2-45F1-AE7A-ADA56916C967}" type="slidenum">
              <a:rPr lang="ar-LY" smtClean="0"/>
              <a:t>‹#›</a:t>
            </a:fld>
            <a:endParaRPr lang="ar-LY"/>
          </a:p>
        </p:txBody>
      </p:sp>
    </p:spTree>
    <p:extLst>
      <p:ext uri="{BB962C8B-B14F-4D97-AF65-F5344CB8AC3E}">
        <p14:creationId xmlns:p14="http://schemas.microsoft.com/office/powerpoint/2010/main" val="1611260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lvl1pPr>
              <a:defRPr/>
            </a:lvl1pPr>
          </a:lstStyle>
          <a:p>
            <a:r>
              <a:rPr lang="ar-SA"/>
              <a:t>انقر لتحرير نمط العنوان الرئيسي</a:t>
            </a:r>
            <a:endParaRPr lang="ar-LY"/>
          </a:p>
        </p:txBody>
      </p:sp>
      <p:sp>
        <p:nvSpPr>
          <p:cNvPr id="3" name="عنصر نائب للنص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4" name="عنصر نائب للمحتوى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LY"/>
          </a:p>
        </p:txBody>
      </p:sp>
      <p:sp>
        <p:nvSpPr>
          <p:cNvPr id="5" name="عنصر نائب للنص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6" name="عنصر نائب للمحتوى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LY"/>
          </a:p>
        </p:txBody>
      </p:sp>
      <p:sp>
        <p:nvSpPr>
          <p:cNvPr id="7" name="عنصر نائب للتاريخ 6"/>
          <p:cNvSpPr>
            <a:spLocks noGrp="1"/>
          </p:cNvSpPr>
          <p:nvPr>
            <p:ph type="dt" sz="half" idx="10"/>
          </p:nvPr>
        </p:nvSpPr>
        <p:spPr/>
        <p:txBody>
          <a:bodyPr/>
          <a:lstStyle/>
          <a:p>
            <a:fld id="{6C61033C-F149-496A-ACF2-5AC48A3C7E84}" type="datetimeFigureOut">
              <a:rPr lang="ar-LY" smtClean="0"/>
              <a:t>28/01/1442</a:t>
            </a:fld>
            <a:endParaRPr lang="ar-LY"/>
          </a:p>
        </p:txBody>
      </p:sp>
      <p:sp>
        <p:nvSpPr>
          <p:cNvPr id="8" name="عنصر نائب للتذييل 7"/>
          <p:cNvSpPr>
            <a:spLocks noGrp="1"/>
          </p:cNvSpPr>
          <p:nvPr>
            <p:ph type="ftr" sz="quarter" idx="11"/>
          </p:nvPr>
        </p:nvSpPr>
        <p:spPr/>
        <p:txBody>
          <a:bodyPr/>
          <a:lstStyle/>
          <a:p>
            <a:endParaRPr lang="ar-LY"/>
          </a:p>
        </p:txBody>
      </p:sp>
      <p:sp>
        <p:nvSpPr>
          <p:cNvPr id="9" name="عنصر نائب لرقم الشريحة 8"/>
          <p:cNvSpPr>
            <a:spLocks noGrp="1"/>
          </p:cNvSpPr>
          <p:nvPr>
            <p:ph type="sldNum" sz="quarter" idx="12"/>
          </p:nvPr>
        </p:nvSpPr>
        <p:spPr/>
        <p:txBody>
          <a:bodyPr/>
          <a:lstStyle/>
          <a:p>
            <a:fld id="{6E94399E-DFB2-45F1-AE7A-ADA56916C967}" type="slidenum">
              <a:rPr lang="ar-LY" smtClean="0"/>
              <a:t>‹#›</a:t>
            </a:fld>
            <a:endParaRPr lang="ar-LY"/>
          </a:p>
        </p:txBody>
      </p:sp>
    </p:spTree>
    <p:extLst>
      <p:ext uri="{BB962C8B-B14F-4D97-AF65-F5344CB8AC3E}">
        <p14:creationId xmlns:p14="http://schemas.microsoft.com/office/powerpoint/2010/main" val="3958514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LY"/>
          </a:p>
        </p:txBody>
      </p:sp>
      <p:sp>
        <p:nvSpPr>
          <p:cNvPr id="3" name="عنصر نائب للتاريخ 2"/>
          <p:cNvSpPr>
            <a:spLocks noGrp="1"/>
          </p:cNvSpPr>
          <p:nvPr>
            <p:ph type="dt" sz="half" idx="10"/>
          </p:nvPr>
        </p:nvSpPr>
        <p:spPr/>
        <p:txBody>
          <a:bodyPr/>
          <a:lstStyle/>
          <a:p>
            <a:fld id="{6C61033C-F149-496A-ACF2-5AC48A3C7E84}" type="datetimeFigureOut">
              <a:rPr lang="ar-LY" smtClean="0"/>
              <a:t>28/01/1442</a:t>
            </a:fld>
            <a:endParaRPr lang="ar-LY"/>
          </a:p>
        </p:txBody>
      </p:sp>
      <p:sp>
        <p:nvSpPr>
          <p:cNvPr id="4" name="عنصر نائب للتذييل 3"/>
          <p:cNvSpPr>
            <a:spLocks noGrp="1"/>
          </p:cNvSpPr>
          <p:nvPr>
            <p:ph type="ftr" sz="quarter" idx="11"/>
          </p:nvPr>
        </p:nvSpPr>
        <p:spPr/>
        <p:txBody>
          <a:bodyPr/>
          <a:lstStyle/>
          <a:p>
            <a:endParaRPr lang="ar-LY"/>
          </a:p>
        </p:txBody>
      </p:sp>
      <p:sp>
        <p:nvSpPr>
          <p:cNvPr id="5" name="عنصر نائب لرقم الشريحة 4"/>
          <p:cNvSpPr>
            <a:spLocks noGrp="1"/>
          </p:cNvSpPr>
          <p:nvPr>
            <p:ph type="sldNum" sz="quarter" idx="12"/>
          </p:nvPr>
        </p:nvSpPr>
        <p:spPr/>
        <p:txBody>
          <a:bodyPr/>
          <a:lstStyle/>
          <a:p>
            <a:fld id="{6E94399E-DFB2-45F1-AE7A-ADA56916C967}" type="slidenum">
              <a:rPr lang="ar-LY" smtClean="0"/>
              <a:t>‹#›</a:t>
            </a:fld>
            <a:endParaRPr lang="ar-LY"/>
          </a:p>
        </p:txBody>
      </p:sp>
    </p:spTree>
    <p:extLst>
      <p:ext uri="{BB962C8B-B14F-4D97-AF65-F5344CB8AC3E}">
        <p14:creationId xmlns:p14="http://schemas.microsoft.com/office/powerpoint/2010/main" val="939185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6C61033C-F149-496A-ACF2-5AC48A3C7E84}" type="datetimeFigureOut">
              <a:rPr lang="ar-LY" smtClean="0"/>
              <a:t>28/01/1442</a:t>
            </a:fld>
            <a:endParaRPr lang="ar-LY"/>
          </a:p>
        </p:txBody>
      </p:sp>
      <p:sp>
        <p:nvSpPr>
          <p:cNvPr id="3" name="عنصر نائب للتذييل 2"/>
          <p:cNvSpPr>
            <a:spLocks noGrp="1"/>
          </p:cNvSpPr>
          <p:nvPr>
            <p:ph type="ftr" sz="quarter" idx="11"/>
          </p:nvPr>
        </p:nvSpPr>
        <p:spPr/>
        <p:txBody>
          <a:bodyPr/>
          <a:lstStyle/>
          <a:p>
            <a:endParaRPr lang="ar-LY"/>
          </a:p>
        </p:txBody>
      </p:sp>
      <p:sp>
        <p:nvSpPr>
          <p:cNvPr id="4" name="عنصر نائب لرقم الشريحة 3"/>
          <p:cNvSpPr>
            <a:spLocks noGrp="1"/>
          </p:cNvSpPr>
          <p:nvPr>
            <p:ph type="sldNum" sz="quarter" idx="12"/>
          </p:nvPr>
        </p:nvSpPr>
        <p:spPr/>
        <p:txBody>
          <a:bodyPr/>
          <a:lstStyle/>
          <a:p>
            <a:fld id="{6E94399E-DFB2-45F1-AE7A-ADA56916C967}" type="slidenum">
              <a:rPr lang="ar-LY" smtClean="0"/>
              <a:t>‹#›</a:t>
            </a:fld>
            <a:endParaRPr lang="ar-LY"/>
          </a:p>
        </p:txBody>
      </p:sp>
    </p:spTree>
    <p:extLst>
      <p:ext uri="{BB962C8B-B14F-4D97-AF65-F5344CB8AC3E}">
        <p14:creationId xmlns:p14="http://schemas.microsoft.com/office/powerpoint/2010/main" val="2477712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3050"/>
            <a:ext cx="3008313" cy="1162050"/>
          </a:xfrm>
        </p:spPr>
        <p:txBody>
          <a:bodyPr anchor="b"/>
          <a:lstStyle>
            <a:lvl1pPr algn="r">
              <a:defRPr sz="2000" b="1"/>
            </a:lvl1pPr>
          </a:lstStyle>
          <a:p>
            <a:r>
              <a:rPr lang="ar-SA"/>
              <a:t>انقر لتحرير نمط العنوان الرئيسي</a:t>
            </a:r>
            <a:endParaRPr lang="ar-LY"/>
          </a:p>
        </p:txBody>
      </p:sp>
      <p:sp>
        <p:nvSpPr>
          <p:cNvPr id="3" name="عنصر نائب للمحتوى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LY"/>
          </a:p>
        </p:txBody>
      </p:sp>
      <p:sp>
        <p:nvSpPr>
          <p:cNvPr id="4" name="عنصر نائب للنص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عنصر نائب للتاريخ 4"/>
          <p:cNvSpPr>
            <a:spLocks noGrp="1"/>
          </p:cNvSpPr>
          <p:nvPr>
            <p:ph type="dt" sz="half" idx="10"/>
          </p:nvPr>
        </p:nvSpPr>
        <p:spPr/>
        <p:txBody>
          <a:bodyPr/>
          <a:lstStyle/>
          <a:p>
            <a:fld id="{6C61033C-F149-496A-ACF2-5AC48A3C7E84}" type="datetimeFigureOut">
              <a:rPr lang="ar-LY" smtClean="0"/>
              <a:t>28/01/1442</a:t>
            </a:fld>
            <a:endParaRPr lang="ar-LY"/>
          </a:p>
        </p:txBody>
      </p:sp>
      <p:sp>
        <p:nvSpPr>
          <p:cNvPr id="6" name="عنصر نائب للتذييل 5"/>
          <p:cNvSpPr>
            <a:spLocks noGrp="1"/>
          </p:cNvSpPr>
          <p:nvPr>
            <p:ph type="ftr" sz="quarter" idx="11"/>
          </p:nvPr>
        </p:nvSpPr>
        <p:spPr/>
        <p:txBody>
          <a:bodyPr/>
          <a:lstStyle/>
          <a:p>
            <a:endParaRPr lang="ar-LY"/>
          </a:p>
        </p:txBody>
      </p:sp>
      <p:sp>
        <p:nvSpPr>
          <p:cNvPr id="7" name="عنصر نائب لرقم الشريحة 6"/>
          <p:cNvSpPr>
            <a:spLocks noGrp="1"/>
          </p:cNvSpPr>
          <p:nvPr>
            <p:ph type="sldNum" sz="quarter" idx="12"/>
          </p:nvPr>
        </p:nvSpPr>
        <p:spPr/>
        <p:txBody>
          <a:bodyPr/>
          <a:lstStyle/>
          <a:p>
            <a:fld id="{6E94399E-DFB2-45F1-AE7A-ADA56916C967}" type="slidenum">
              <a:rPr lang="ar-LY" smtClean="0"/>
              <a:t>‹#›</a:t>
            </a:fld>
            <a:endParaRPr lang="ar-LY"/>
          </a:p>
        </p:txBody>
      </p:sp>
    </p:spTree>
    <p:extLst>
      <p:ext uri="{BB962C8B-B14F-4D97-AF65-F5344CB8AC3E}">
        <p14:creationId xmlns:p14="http://schemas.microsoft.com/office/powerpoint/2010/main" val="1962471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1792288" y="4800600"/>
            <a:ext cx="5486400" cy="566738"/>
          </a:xfrm>
        </p:spPr>
        <p:txBody>
          <a:bodyPr anchor="b"/>
          <a:lstStyle>
            <a:lvl1pPr algn="r">
              <a:defRPr sz="2000" b="1"/>
            </a:lvl1pPr>
          </a:lstStyle>
          <a:p>
            <a:r>
              <a:rPr lang="ar-SA"/>
              <a:t>انقر لتحرير نمط العنوان الرئيسي</a:t>
            </a:r>
            <a:endParaRPr lang="ar-LY"/>
          </a:p>
        </p:txBody>
      </p:sp>
      <p:sp>
        <p:nvSpPr>
          <p:cNvPr id="3" name="عنصر نائب للصورة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LY"/>
          </a:p>
        </p:txBody>
      </p:sp>
      <p:sp>
        <p:nvSpPr>
          <p:cNvPr id="4" name="عنصر نائب للنص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عنصر نائب للتاريخ 4"/>
          <p:cNvSpPr>
            <a:spLocks noGrp="1"/>
          </p:cNvSpPr>
          <p:nvPr>
            <p:ph type="dt" sz="half" idx="10"/>
          </p:nvPr>
        </p:nvSpPr>
        <p:spPr/>
        <p:txBody>
          <a:bodyPr/>
          <a:lstStyle/>
          <a:p>
            <a:fld id="{6C61033C-F149-496A-ACF2-5AC48A3C7E84}" type="datetimeFigureOut">
              <a:rPr lang="ar-LY" smtClean="0"/>
              <a:t>28/01/1442</a:t>
            </a:fld>
            <a:endParaRPr lang="ar-LY"/>
          </a:p>
        </p:txBody>
      </p:sp>
      <p:sp>
        <p:nvSpPr>
          <p:cNvPr id="6" name="عنصر نائب للتذييل 5"/>
          <p:cNvSpPr>
            <a:spLocks noGrp="1"/>
          </p:cNvSpPr>
          <p:nvPr>
            <p:ph type="ftr" sz="quarter" idx="11"/>
          </p:nvPr>
        </p:nvSpPr>
        <p:spPr/>
        <p:txBody>
          <a:bodyPr/>
          <a:lstStyle/>
          <a:p>
            <a:endParaRPr lang="ar-LY"/>
          </a:p>
        </p:txBody>
      </p:sp>
      <p:sp>
        <p:nvSpPr>
          <p:cNvPr id="7" name="عنصر نائب لرقم الشريحة 6"/>
          <p:cNvSpPr>
            <a:spLocks noGrp="1"/>
          </p:cNvSpPr>
          <p:nvPr>
            <p:ph type="sldNum" sz="quarter" idx="12"/>
          </p:nvPr>
        </p:nvSpPr>
        <p:spPr/>
        <p:txBody>
          <a:bodyPr/>
          <a:lstStyle/>
          <a:p>
            <a:fld id="{6E94399E-DFB2-45F1-AE7A-ADA56916C967}" type="slidenum">
              <a:rPr lang="ar-LY" smtClean="0"/>
              <a:t>‹#›</a:t>
            </a:fld>
            <a:endParaRPr lang="ar-LY"/>
          </a:p>
        </p:txBody>
      </p:sp>
    </p:spTree>
    <p:extLst>
      <p:ext uri="{BB962C8B-B14F-4D97-AF65-F5344CB8AC3E}">
        <p14:creationId xmlns:p14="http://schemas.microsoft.com/office/powerpoint/2010/main" val="595669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LY"/>
          </a:p>
        </p:txBody>
      </p:sp>
      <p:sp>
        <p:nvSpPr>
          <p:cNvPr id="3" name="عنصر نائب للعنوان العمودي 2"/>
          <p:cNvSpPr>
            <a:spLocks noGrp="1"/>
          </p:cNvSpPr>
          <p:nvPr>
            <p:ph type="body" orient="vert" idx="1"/>
          </p:nvPr>
        </p:nvSpPr>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LY"/>
          </a:p>
        </p:txBody>
      </p:sp>
      <p:sp>
        <p:nvSpPr>
          <p:cNvPr id="4" name="عنصر نائب للتاريخ 3"/>
          <p:cNvSpPr>
            <a:spLocks noGrp="1"/>
          </p:cNvSpPr>
          <p:nvPr>
            <p:ph type="dt" sz="half" idx="10"/>
          </p:nvPr>
        </p:nvSpPr>
        <p:spPr/>
        <p:txBody>
          <a:bodyPr/>
          <a:lstStyle/>
          <a:p>
            <a:fld id="{6C61033C-F149-496A-ACF2-5AC48A3C7E84}" type="datetimeFigureOut">
              <a:rPr lang="ar-LY" smtClean="0"/>
              <a:t>28/01/1442</a:t>
            </a:fld>
            <a:endParaRPr lang="ar-LY"/>
          </a:p>
        </p:txBody>
      </p:sp>
      <p:sp>
        <p:nvSpPr>
          <p:cNvPr id="5" name="عنصر نائب للتذييل 4"/>
          <p:cNvSpPr>
            <a:spLocks noGrp="1"/>
          </p:cNvSpPr>
          <p:nvPr>
            <p:ph type="ftr" sz="quarter" idx="11"/>
          </p:nvPr>
        </p:nvSpPr>
        <p:spPr/>
        <p:txBody>
          <a:bodyPr/>
          <a:lstStyle/>
          <a:p>
            <a:endParaRPr lang="ar-LY"/>
          </a:p>
        </p:txBody>
      </p:sp>
      <p:sp>
        <p:nvSpPr>
          <p:cNvPr id="6" name="عنصر نائب لرقم الشريحة 5"/>
          <p:cNvSpPr>
            <a:spLocks noGrp="1"/>
          </p:cNvSpPr>
          <p:nvPr>
            <p:ph type="sldNum" sz="quarter" idx="12"/>
          </p:nvPr>
        </p:nvSpPr>
        <p:spPr/>
        <p:txBody>
          <a:bodyPr/>
          <a:lstStyle/>
          <a:p>
            <a:fld id="{6E94399E-DFB2-45F1-AE7A-ADA56916C967}" type="slidenum">
              <a:rPr lang="ar-LY" smtClean="0"/>
              <a:t>‹#›</a:t>
            </a:fld>
            <a:endParaRPr lang="ar-LY"/>
          </a:p>
        </p:txBody>
      </p:sp>
    </p:spTree>
    <p:extLst>
      <p:ext uri="{BB962C8B-B14F-4D97-AF65-F5344CB8AC3E}">
        <p14:creationId xmlns:p14="http://schemas.microsoft.com/office/powerpoint/2010/main" val="2681047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274638"/>
            <a:ext cx="2057400" cy="5851525"/>
          </a:xfrm>
        </p:spPr>
        <p:txBody>
          <a:bodyPr vert="eaVert"/>
          <a:lstStyle/>
          <a:p>
            <a:r>
              <a:rPr lang="ar-SA"/>
              <a:t>انقر لتحرير نمط العنوان الرئيسي</a:t>
            </a:r>
            <a:endParaRPr lang="ar-LY"/>
          </a:p>
        </p:txBody>
      </p:sp>
      <p:sp>
        <p:nvSpPr>
          <p:cNvPr id="3" name="عنصر نائب للعنوان العمودي 2"/>
          <p:cNvSpPr>
            <a:spLocks noGrp="1"/>
          </p:cNvSpPr>
          <p:nvPr>
            <p:ph type="body" orient="vert" idx="1"/>
          </p:nvPr>
        </p:nvSpPr>
        <p:spPr>
          <a:xfrm>
            <a:off x="457200" y="274638"/>
            <a:ext cx="6019800" cy="5851525"/>
          </a:xfrm>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LY"/>
          </a:p>
        </p:txBody>
      </p:sp>
      <p:sp>
        <p:nvSpPr>
          <p:cNvPr id="4" name="عنصر نائب للتاريخ 3"/>
          <p:cNvSpPr>
            <a:spLocks noGrp="1"/>
          </p:cNvSpPr>
          <p:nvPr>
            <p:ph type="dt" sz="half" idx="10"/>
          </p:nvPr>
        </p:nvSpPr>
        <p:spPr/>
        <p:txBody>
          <a:bodyPr/>
          <a:lstStyle/>
          <a:p>
            <a:fld id="{6C61033C-F149-496A-ACF2-5AC48A3C7E84}" type="datetimeFigureOut">
              <a:rPr lang="ar-LY" smtClean="0"/>
              <a:t>28/01/1442</a:t>
            </a:fld>
            <a:endParaRPr lang="ar-LY"/>
          </a:p>
        </p:txBody>
      </p:sp>
      <p:sp>
        <p:nvSpPr>
          <p:cNvPr id="5" name="عنصر نائب للتذييل 4"/>
          <p:cNvSpPr>
            <a:spLocks noGrp="1"/>
          </p:cNvSpPr>
          <p:nvPr>
            <p:ph type="ftr" sz="quarter" idx="11"/>
          </p:nvPr>
        </p:nvSpPr>
        <p:spPr/>
        <p:txBody>
          <a:bodyPr/>
          <a:lstStyle/>
          <a:p>
            <a:endParaRPr lang="ar-LY"/>
          </a:p>
        </p:txBody>
      </p:sp>
      <p:sp>
        <p:nvSpPr>
          <p:cNvPr id="6" name="عنصر نائب لرقم الشريحة 5"/>
          <p:cNvSpPr>
            <a:spLocks noGrp="1"/>
          </p:cNvSpPr>
          <p:nvPr>
            <p:ph type="sldNum" sz="quarter" idx="12"/>
          </p:nvPr>
        </p:nvSpPr>
        <p:spPr/>
        <p:txBody>
          <a:bodyPr/>
          <a:lstStyle/>
          <a:p>
            <a:fld id="{6E94399E-DFB2-45F1-AE7A-ADA56916C967}" type="slidenum">
              <a:rPr lang="ar-LY" smtClean="0"/>
              <a:t>‹#›</a:t>
            </a:fld>
            <a:endParaRPr lang="ar-LY"/>
          </a:p>
        </p:txBody>
      </p:sp>
    </p:spTree>
    <p:extLst>
      <p:ext uri="{BB962C8B-B14F-4D97-AF65-F5344CB8AC3E}">
        <p14:creationId xmlns:p14="http://schemas.microsoft.com/office/powerpoint/2010/main" val="11592402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5_Title Slide">
    <p:spTree>
      <p:nvGrpSpPr>
        <p:cNvPr id="1" name=""/>
        <p:cNvGrpSpPr/>
        <p:nvPr/>
      </p:nvGrpSpPr>
      <p:grpSpPr>
        <a:xfrm>
          <a:off x="0" y="0"/>
          <a:ext cx="0" cy="0"/>
          <a:chOff x="0" y="0"/>
          <a:chExt cx="0" cy="0"/>
        </a:xfrm>
      </p:grpSpPr>
      <p:sp>
        <p:nvSpPr>
          <p:cNvPr id="2" name="Picture Placeholder 2"/>
          <p:cNvSpPr>
            <a:spLocks noGrp="1"/>
          </p:cNvSpPr>
          <p:nvPr>
            <p:ph type="pic" sz="quarter" idx="11" hasCustomPrompt="1"/>
          </p:nvPr>
        </p:nvSpPr>
        <p:spPr>
          <a:xfrm>
            <a:off x="0" y="0"/>
            <a:ext cx="9144000" cy="4270786"/>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1350" b="0" i="0" baseline="0">
                <a:latin typeface="Roboto Medium" charset="0"/>
                <a:ea typeface="Roboto Medium" charset="0"/>
                <a:cs typeface="Roboto Medium" charset="0"/>
              </a:defRPr>
            </a:lvl1pPr>
          </a:lstStyle>
          <a:p>
            <a:r>
              <a:rPr lang="en-US" dirty="0"/>
              <a:t>Insert Image</a:t>
            </a:r>
          </a:p>
        </p:txBody>
      </p:sp>
    </p:spTree>
    <p:extLst>
      <p:ext uri="{BB962C8B-B14F-4D97-AF65-F5344CB8AC3E}">
        <p14:creationId xmlns:p14="http://schemas.microsoft.com/office/powerpoint/2010/main" val="1240278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9_Title Slide">
    <p:spTree>
      <p:nvGrpSpPr>
        <p:cNvPr id="1" name=""/>
        <p:cNvGrpSpPr/>
        <p:nvPr/>
      </p:nvGrpSpPr>
      <p:grpSpPr>
        <a:xfrm>
          <a:off x="0" y="0"/>
          <a:ext cx="0" cy="0"/>
          <a:chOff x="0" y="0"/>
          <a:chExt cx="0" cy="0"/>
        </a:xfrm>
      </p:grpSpPr>
      <p:sp>
        <p:nvSpPr>
          <p:cNvPr id="2" name="Picture Placeholder 2"/>
          <p:cNvSpPr>
            <a:spLocks noGrp="1"/>
          </p:cNvSpPr>
          <p:nvPr>
            <p:ph type="pic" sz="quarter" idx="11" hasCustomPrompt="1"/>
          </p:nvPr>
        </p:nvSpPr>
        <p:spPr>
          <a:xfrm>
            <a:off x="4551744" y="0"/>
            <a:ext cx="4592256" cy="6858000"/>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1350" b="0" i="0" baseline="0">
                <a:latin typeface="Roboto Medium" charset="0"/>
                <a:ea typeface="Roboto Medium" charset="0"/>
                <a:cs typeface="Roboto Medium" charset="0"/>
              </a:defRPr>
            </a:lvl1pPr>
          </a:lstStyle>
          <a:p>
            <a:r>
              <a:rPr lang="en-US" dirty="0"/>
              <a:t>Insert Image</a:t>
            </a:r>
          </a:p>
        </p:txBody>
      </p:sp>
    </p:spTree>
    <p:extLst>
      <p:ext uri="{BB962C8B-B14F-4D97-AF65-F5344CB8AC3E}">
        <p14:creationId xmlns:p14="http://schemas.microsoft.com/office/powerpoint/2010/main" val="11274564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1567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ar-SA"/>
              <a:t>انقر لتحرير نمط العنوان الرئيسي</a:t>
            </a:r>
            <a:endParaRPr lang="ar-LY"/>
          </a:p>
        </p:txBody>
      </p:sp>
      <p:sp>
        <p:nvSpPr>
          <p:cNvPr id="3" name="عنصر نائب للنص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LY"/>
          </a:p>
        </p:txBody>
      </p:sp>
      <p:sp>
        <p:nvSpPr>
          <p:cNvPr id="4" name="عنصر نائب للتاريخ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6C61033C-F149-496A-ACF2-5AC48A3C7E84}" type="datetimeFigureOut">
              <a:rPr lang="ar-LY" smtClean="0"/>
              <a:t>28/01/1442</a:t>
            </a:fld>
            <a:endParaRPr lang="ar-LY"/>
          </a:p>
        </p:txBody>
      </p:sp>
      <p:sp>
        <p:nvSpPr>
          <p:cNvPr id="5" name="عنصر نائب للتذييل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LY"/>
          </a:p>
        </p:txBody>
      </p:sp>
      <p:sp>
        <p:nvSpPr>
          <p:cNvPr id="6" name="عنصر نائب لرقم الشريحة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6E94399E-DFB2-45F1-AE7A-ADA56916C967}" type="slidenum">
              <a:rPr lang="ar-LY" smtClean="0"/>
              <a:t>‹#›</a:t>
            </a:fld>
            <a:endParaRPr lang="ar-LY"/>
          </a:p>
        </p:txBody>
      </p:sp>
    </p:spTree>
    <p:extLst>
      <p:ext uri="{BB962C8B-B14F-4D97-AF65-F5344CB8AC3E}">
        <p14:creationId xmlns:p14="http://schemas.microsoft.com/office/powerpoint/2010/main" val="444708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5" r:id="rId14"/>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LY"/>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g"/><Relationship Id="rId1" Type="http://schemas.openxmlformats.org/officeDocument/2006/relationships/slideLayout" Target="../slideLayouts/slideLayout12.xml"/><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g"/><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2.jpg"/><Relationship Id="rId1" Type="http://schemas.openxmlformats.org/officeDocument/2006/relationships/slideLayout" Target="../slideLayouts/slideLayout12.xml"/><Relationship Id="rId5" Type="http://schemas.openxmlformats.org/officeDocument/2006/relationships/image" Target="../media/image18.jpg"/><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2.jpg"/><Relationship Id="rId1" Type="http://schemas.openxmlformats.org/officeDocument/2006/relationships/slideLayout" Target="../slideLayouts/slideLayout12.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jpg"/><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a:xfrm>
            <a:off x="647155" y="1700808"/>
            <a:ext cx="7849691" cy="884291"/>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r>
              <a:rPr lang="en-US" sz="4000" dirty="0">
                <a:solidFill>
                  <a:schemeClr val="accent5">
                    <a:lumMod val="50000"/>
                  </a:schemeClr>
                </a:solidFill>
              </a:rPr>
              <a:t>Indoor Contact Tracking Systems </a:t>
            </a:r>
            <a:endParaRPr lang="en-US" sz="8800" dirty="0">
              <a:solidFill>
                <a:schemeClr val="accent5">
                  <a:lumMod val="50000"/>
                </a:schemeClr>
              </a:solidFill>
              <a:latin typeface="Roboto Thin" charset="0"/>
              <a:ea typeface="Roboto Thin" charset="0"/>
              <a:cs typeface="Roboto Thin" charset="0"/>
            </a:endParaRPr>
          </a:p>
        </p:txBody>
      </p:sp>
      <p:sp>
        <p:nvSpPr>
          <p:cNvPr id="16" name="Text Placeholder 2"/>
          <p:cNvSpPr txBox="1">
            <a:spLocks/>
          </p:cNvSpPr>
          <p:nvPr/>
        </p:nvSpPr>
        <p:spPr>
          <a:xfrm>
            <a:off x="1646936" y="3333865"/>
            <a:ext cx="5850128" cy="721584"/>
          </a:xfrm>
          <a:prstGeom prst="rect">
            <a:avLst/>
          </a:prstGeom>
        </p:spPr>
        <p:txBody>
          <a:bodyPr/>
          <a:lstStyle>
            <a:lvl1pPr marL="0" indent="0" algn="ctr" defTabSz="914400" rtl="0" eaLnBrk="1" latinLnBrk="0" hangingPunct="1">
              <a:lnSpc>
                <a:spcPct val="60000"/>
              </a:lnSpc>
              <a:spcBef>
                <a:spcPts val="1000"/>
              </a:spcBef>
              <a:buFont typeface="Arial" panose="020B0604020202020204" pitchFamily="34" charset="0"/>
              <a:buNone/>
              <a:defRPr sz="1800" b="0" i="0" kern="1200">
                <a:solidFill>
                  <a:schemeClr val="tx1"/>
                </a:solidFill>
                <a:latin typeface="SF UI Display Thin" charset="0"/>
                <a:ea typeface="SF UI Display Thin" charset="0"/>
                <a:cs typeface="SF UI Display Thin"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20"/>
              </a:lnSpc>
            </a:pPr>
            <a:endParaRPr lang="en-US" b="1" dirty="0">
              <a:solidFill>
                <a:schemeClr val="accent2">
                  <a:lumMod val="75000"/>
                </a:schemeClr>
              </a:solidFill>
              <a:latin typeface="Roboto Thin" charset="0"/>
              <a:ea typeface="Roboto Thin" charset="0"/>
              <a:cs typeface="Roboto Thin" charset="0"/>
            </a:endParaRPr>
          </a:p>
        </p:txBody>
      </p:sp>
      <p:cxnSp>
        <p:nvCxnSpPr>
          <p:cNvPr id="18" name="Straight Connector 17"/>
          <p:cNvCxnSpPr/>
          <p:nvPr/>
        </p:nvCxnSpPr>
        <p:spPr>
          <a:xfrm>
            <a:off x="1475656" y="4077072"/>
            <a:ext cx="626469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2"/>
          <p:cNvSpPr txBox="1">
            <a:spLocks/>
          </p:cNvSpPr>
          <p:nvPr/>
        </p:nvSpPr>
        <p:spPr>
          <a:xfrm>
            <a:off x="1691680" y="4579624"/>
            <a:ext cx="5850128" cy="721584"/>
          </a:xfrm>
          <a:prstGeom prst="rect">
            <a:avLst/>
          </a:prstGeom>
        </p:spPr>
        <p:txBody>
          <a:bodyPr/>
          <a:lstStyle>
            <a:lvl1pPr marL="0" indent="0" algn="ctr" defTabSz="914400" rtl="0" eaLnBrk="1" latinLnBrk="0" hangingPunct="1">
              <a:lnSpc>
                <a:spcPct val="60000"/>
              </a:lnSpc>
              <a:spcBef>
                <a:spcPts val="1000"/>
              </a:spcBef>
              <a:buFont typeface="Arial" panose="020B0604020202020204" pitchFamily="34" charset="0"/>
              <a:buNone/>
              <a:defRPr sz="1800" b="0" i="0" kern="1200">
                <a:solidFill>
                  <a:schemeClr val="tx1"/>
                </a:solidFill>
                <a:latin typeface="SF UI Display Thin" charset="0"/>
                <a:ea typeface="SF UI Display Thin" charset="0"/>
                <a:cs typeface="SF UI Display Thin"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ts val="1620"/>
              </a:lnSpc>
            </a:pPr>
            <a:r>
              <a:rPr lang="en-US" sz="2000" dirty="0">
                <a:solidFill>
                  <a:schemeClr val="tx1">
                    <a:lumMod val="50000"/>
                    <a:lumOff val="50000"/>
                  </a:schemeClr>
                </a:solidFill>
                <a:latin typeface="Agency FB" pitchFamily="34" charset="0"/>
                <a:ea typeface="Roboto Thin" charset="0"/>
                <a:cs typeface="Roboto Thin" charset="0"/>
              </a:rPr>
              <a:t>   </a:t>
            </a:r>
            <a:r>
              <a:rPr lang="en-US" sz="2000" dirty="0">
                <a:solidFill>
                  <a:schemeClr val="accent2">
                    <a:lumMod val="60000"/>
                    <a:lumOff val="40000"/>
                  </a:schemeClr>
                </a:solidFill>
                <a:latin typeface="Agency FB" pitchFamily="34" charset="0"/>
                <a:ea typeface="Roboto Thin" charset="0"/>
                <a:cs typeface="Roboto Thin" charset="0"/>
              </a:rPr>
              <a:t>Prepared by</a:t>
            </a:r>
            <a:r>
              <a:rPr lang="en-US" sz="1600" dirty="0">
                <a:solidFill>
                  <a:schemeClr val="bg1">
                    <a:lumMod val="65000"/>
                  </a:schemeClr>
                </a:solidFill>
                <a:latin typeface="Roboto Thin" charset="0"/>
              </a:rPr>
              <a:t>:  FATMA ELGALLAL</a:t>
            </a:r>
          </a:p>
          <a:p>
            <a:pPr>
              <a:lnSpc>
                <a:spcPts val="1620"/>
              </a:lnSpc>
            </a:pPr>
            <a:r>
              <a:rPr lang="en-US" sz="2000" dirty="0">
                <a:solidFill>
                  <a:schemeClr val="tx1">
                    <a:lumMod val="85000"/>
                    <a:lumOff val="15000"/>
                  </a:schemeClr>
                </a:solidFill>
                <a:latin typeface="Agency FB" pitchFamily="34" charset="0"/>
                <a:ea typeface="Roboto Thin" charset="0"/>
                <a:cs typeface="Roboto Thin" charset="0"/>
              </a:rPr>
              <a:t> </a:t>
            </a:r>
            <a:endParaRPr lang="en-US" sz="2000" dirty="0">
              <a:solidFill>
                <a:schemeClr val="tx1">
                  <a:lumMod val="65000"/>
                  <a:lumOff val="35000"/>
                </a:schemeClr>
              </a:solidFill>
              <a:latin typeface="+mn-lt"/>
              <a:ea typeface="Adobe Heiti Std R" pitchFamily="34" charset="-128"/>
              <a:cs typeface="Roboto Thin" charset="0"/>
            </a:endParaRPr>
          </a:p>
        </p:txBody>
      </p:sp>
      <p:sp>
        <p:nvSpPr>
          <p:cNvPr id="9" name="Title 1"/>
          <p:cNvSpPr txBox="1">
            <a:spLocks/>
          </p:cNvSpPr>
          <p:nvPr/>
        </p:nvSpPr>
        <p:spPr>
          <a:xfrm>
            <a:off x="3038155" y="3694657"/>
            <a:ext cx="3208365" cy="824424"/>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r>
              <a:rPr lang="en-US" sz="1600" dirty="0">
                <a:solidFill>
                  <a:schemeClr val="bg1">
                    <a:lumMod val="65000"/>
                  </a:schemeClr>
                </a:solidFill>
                <a:latin typeface="Roboto Thin" charset="0"/>
                <a:ea typeface="Roboto Thin" charset="0"/>
                <a:cs typeface="Roboto Thin" charset="0"/>
              </a:rPr>
              <a:t>Computer Science Department</a:t>
            </a:r>
          </a:p>
        </p:txBody>
      </p:sp>
      <p:sp>
        <p:nvSpPr>
          <p:cNvPr id="12" name="مستطيل 11"/>
          <p:cNvSpPr/>
          <p:nvPr/>
        </p:nvSpPr>
        <p:spPr>
          <a:xfrm>
            <a:off x="8964488" y="1268760"/>
            <a:ext cx="179512" cy="55903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pic>
        <p:nvPicPr>
          <p:cNvPr id="17" name="صورة 16"/>
          <p:cNvPicPr>
            <a:picLocks noChangeAspect="1"/>
          </p:cNvPicPr>
          <p:nvPr/>
        </p:nvPicPr>
        <p:blipFill rotWithShape="1">
          <a:blip r:embed="rId2">
            <a:extLst>
              <a:ext uri="{28A0092B-C50C-407E-A947-70E740481C1C}">
                <a14:useLocalDpi xmlns:a14="http://schemas.microsoft.com/office/drawing/2010/main" val="0"/>
              </a:ext>
            </a:extLst>
          </a:blip>
          <a:srcRect t="61430" b="20499"/>
          <a:stretch/>
        </p:blipFill>
        <p:spPr>
          <a:xfrm>
            <a:off x="0" y="0"/>
            <a:ext cx="9144000" cy="1267632"/>
          </a:xfrm>
          <a:prstGeom prst="rect">
            <a:avLst/>
          </a:prstGeom>
        </p:spPr>
      </p:pic>
      <p:sp>
        <p:nvSpPr>
          <p:cNvPr id="19" name="مستطيل 18"/>
          <p:cNvSpPr/>
          <p:nvPr/>
        </p:nvSpPr>
        <p:spPr>
          <a:xfrm>
            <a:off x="0" y="1267632"/>
            <a:ext cx="179512" cy="55903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Tree>
    <p:extLst>
      <p:ext uri="{BB962C8B-B14F-4D97-AF65-F5344CB8AC3E}">
        <p14:creationId xmlns:p14="http://schemas.microsoft.com/office/powerpoint/2010/main" val="2936914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2233613"/>
          </a:xfrm>
        </p:spPr>
      </p:pic>
      <p:sp>
        <p:nvSpPr>
          <p:cNvPr id="15" name="Title 1"/>
          <p:cNvSpPr txBox="1">
            <a:spLocks/>
          </p:cNvSpPr>
          <p:nvPr/>
        </p:nvSpPr>
        <p:spPr>
          <a:xfrm>
            <a:off x="848820" y="2670306"/>
            <a:ext cx="6909099"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endParaRPr lang="en-US" dirty="0">
              <a:solidFill>
                <a:srgbClr val="FFC000"/>
              </a:solidFill>
              <a:latin typeface="Roboto Thin" charset="0"/>
              <a:ea typeface="Roboto Thin" charset="0"/>
              <a:cs typeface="+mj-cs"/>
            </a:endParaRPr>
          </a:p>
        </p:txBody>
      </p:sp>
      <p:cxnSp>
        <p:nvCxnSpPr>
          <p:cNvPr id="19" name="Straight Connector 5"/>
          <p:cNvCxnSpPr/>
          <p:nvPr/>
        </p:nvCxnSpPr>
        <p:spPr>
          <a:xfrm>
            <a:off x="2700635" y="325283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0" y="-1"/>
            <a:ext cx="9144000" cy="2348879"/>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Roboto Thin" charset="0"/>
              <a:cs typeface="+mj-cs"/>
            </a:endParaRPr>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cs typeface="+mj-cs"/>
            </a:endParaRPr>
          </a:p>
        </p:txBody>
      </p:sp>
      <p:sp>
        <p:nvSpPr>
          <p:cNvPr id="11" name="Rectangle 12"/>
          <p:cNvSpPr/>
          <p:nvPr/>
        </p:nvSpPr>
        <p:spPr>
          <a:xfrm>
            <a:off x="0" y="6453336"/>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Roboto Thin" charset="0"/>
              <a:cs typeface="+mj-cs"/>
            </a:endParaRPr>
          </a:p>
        </p:txBody>
      </p:sp>
      <p:sp>
        <p:nvSpPr>
          <p:cNvPr id="59" name="Oval 58">
            <a:extLst>
              <a:ext uri="{FF2B5EF4-FFF2-40B4-BE49-F238E27FC236}">
                <a16:creationId xmlns:a16="http://schemas.microsoft.com/office/drawing/2014/main" id="{D0733A08-4638-4485-A204-F02F82014F28}"/>
              </a:ext>
            </a:extLst>
          </p:cNvPr>
          <p:cNvSpPr/>
          <p:nvPr/>
        </p:nvSpPr>
        <p:spPr>
          <a:xfrm>
            <a:off x="2066386" y="3711638"/>
            <a:ext cx="1620180" cy="1620180"/>
          </a:xfrm>
          <a:prstGeom prst="ellipse">
            <a:avLst/>
          </a:prstGeom>
          <a:noFill/>
          <a:ln w="69850">
            <a:solidFill>
              <a:srgbClr val="B2B2B2">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latin typeface="Roboto Thin" charset="0"/>
              <a:cs typeface="+mj-cs"/>
            </a:endParaRPr>
          </a:p>
        </p:txBody>
      </p:sp>
      <p:sp>
        <p:nvSpPr>
          <p:cNvPr id="60" name="Arc 59">
            <a:extLst>
              <a:ext uri="{FF2B5EF4-FFF2-40B4-BE49-F238E27FC236}">
                <a16:creationId xmlns:a16="http://schemas.microsoft.com/office/drawing/2014/main" id="{28EBD053-D103-483D-8114-AB6FED6DD898}"/>
              </a:ext>
            </a:extLst>
          </p:cNvPr>
          <p:cNvSpPr/>
          <p:nvPr/>
        </p:nvSpPr>
        <p:spPr>
          <a:xfrm>
            <a:off x="2067232" y="3712484"/>
            <a:ext cx="1618488" cy="1618488"/>
          </a:xfrm>
          <a:prstGeom prst="arc">
            <a:avLst>
              <a:gd name="adj1" fmla="val 10766207"/>
              <a:gd name="adj2" fmla="val 0"/>
            </a:avLst>
          </a:prstGeom>
          <a:ln w="69850" cap="rnd">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dirty="0">
              <a:latin typeface="Roboto Thin" charset="0"/>
              <a:cs typeface="+mj-cs"/>
            </a:endParaRPr>
          </a:p>
        </p:txBody>
      </p:sp>
      <p:sp>
        <p:nvSpPr>
          <p:cNvPr id="61" name="Oval 60">
            <a:extLst>
              <a:ext uri="{FF2B5EF4-FFF2-40B4-BE49-F238E27FC236}">
                <a16:creationId xmlns:a16="http://schemas.microsoft.com/office/drawing/2014/main" id="{E6D02E76-D914-45FC-BA08-05E813B4FDD2}"/>
              </a:ext>
            </a:extLst>
          </p:cNvPr>
          <p:cNvSpPr/>
          <p:nvPr/>
        </p:nvSpPr>
        <p:spPr>
          <a:xfrm>
            <a:off x="3686566" y="3711638"/>
            <a:ext cx="1620180" cy="1620180"/>
          </a:xfrm>
          <a:prstGeom prst="ellipse">
            <a:avLst/>
          </a:prstGeom>
          <a:noFill/>
          <a:ln w="69850">
            <a:solidFill>
              <a:srgbClr val="B2B2B2">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latin typeface="Roboto Thin" charset="0"/>
              <a:cs typeface="+mj-cs"/>
            </a:endParaRPr>
          </a:p>
        </p:txBody>
      </p:sp>
      <p:sp>
        <p:nvSpPr>
          <p:cNvPr id="62" name="Arc 61">
            <a:extLst>
              <a:ext uri="{FF2B5EF4-FFF2-40B4-BE49-F238E27FC236}">
                <a16:creationId xmlns:a16="http://schemas.microsoft.com/office/drawing/2014/main" id="{1FA44A44-03AE-48CA-993C-814B93F12665}"/>
              </a:ext>
            </a:extLst>
          </p:cNvPr>
          <p:cNvSpPr/>
          <p:nvPr/>
        </p:nvSpPr>
        <p:spPr>
          <a:xfrm rot="10800000">
            <a:off x="3687412" y="3712484"/>
            <a:ext cx="1618488" cy="1618488"/>
          </a:xfrm>
          <a:prstGeom prst="arc">
            <a:avLst>
              <a:gd name="adj1" fmla="val 10766207"/>
              <a:gd name="adj2" fmla="val 0"/>
            </a:avLst>
          </a:prstGeom>
          <a:ln w="69850" cap="rnd">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dirty="0">
              <a:latin typeface="Roboto Thin" charset="0"/>
              <a:cs typeface="+mj-cs"/>
            </a:endParaRPr>
          </a:p>
        </p:txBody>
      </p:sp>
      <p:sp>
        <p:nvSpPr>
          <p:cNvPr id="63" name="Oval 62">
            <a:extLst>
              <a:ext uri="{FF2B5EF4-FFF2-40B4-BE49-F238E27FC236}">
                <a16:creationId xmlns:a16="http://schemas.microsoft.com/office/drawing/2014/main" id="{2F622313-C990-4AE4-8CCE-D9BAE6FC7B85}"/>
              </a:ext>
            </a:extLst>
          </p:cNvPr>
          <p:cNvSpPr/>
          <p:nvPr/>
        </p:nvSpPr>
        <p:spPr>
          <a:xfrm>
            <a:off x="5306048" y="3711638"/>
            <a:ext cx="1620180" cy="1620180"/>
          </a:xfrm>
          <a:prstGeom prst="ellipse">
            <a:avLst/>
          </a:prstGeom>
          <a:noFill/>
          <a:ln w="69850">
            <a:solidFill>
              <a:srgbClr val="B2B2B2">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latin typeface="Roboto Thin" charset="0"/>
              <a:cs typeface="+mj-cs"/>
            </a:endParaRPr>
          </a:p>
        </p:txBody>
      </p:sp>
      <p:sp>
        <p:nvSpPr>
          <p:cNvPr id="64" name="Arc 63">
            <a:extLst>
              <a:ext uri="{FF2B5EF4-FFF2-40B4-BE49-F238E27FC236}">
                <a16:creationId xmlns:a16="http://schemas.microsoft.com/office/drawing/2014/main" id="{2A54BF9B-B869-42D5-8A75-2C666A3E452B}"/>
              </a:ext>
            </a:extLst>
          </p:cNvPr>
          <p:cNvSpPr/>
          <p:nvPr/>
        </p:nvSpPr>
        <p:spPr>
          <a:xfrm>
            <a:off x="5306894" y="3712484"/>
            <a:ext cx="1618488" cy="1618488"/>
          </a:xfrm>
          <a:prstGeom prst="arc">
            <a:avLst>
              <a:gd name="adj1" fmla="val 10766207"/>
              <a:gd name="adj2" fmla="val 0"/>
            </a:avLst>
          </a:prstGeom>
          <a:ln w="69850"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dirty="0">
              <a:latin typeface="Roboto Thin" charset="0"/>
              <a:cs typeface="+mj-cs"/>
            </a:endParaRPr>
          </a:p>
        </p:txBody>
      </p:sp>
      <p:sp>
        <p:nvSpPr>
          <p:cNvPr id="67" name="Oval 19">
            <a:extLst>
              <a:ext uri="{FF2B5EF4-FFF2-40B4-BE49-F238E27FC236}">
                <a16:creationId xmlns:a16="http://schemas.microsoft.com/office/drawing/2014/main" id="{C1F6E5E8-BF73-4D17-B704-CCC5D4CF496D}"/>
              </a:ext>
            </a:extLst>
          </p:cNvPr>
          <p:cNvSpPr>
            <a:spLocks noChangeArrowheads="1"/>
          </p:cNvSpPr>
          <p:nvPr/>
        </p:nvSpPr>
        <p:spPr bwMode="auto">
          <a:xfrm>
            <a:off x="4157062" y="4149494"/>
            <a:ext cx="678722" cy="678722"/>
          </a:xfrm>
          <a:prstGeom prst="ellipse">
            <a:avLst/>
          </a:prstGeom>
          <a:solidFill>
            <a:schemeClr val="accent2"/>
          </a:solidFill>
          <a:ln>
            <a:noFill/>
          </a:ln>
        </p:spPr>
        <p:txBody>
          <a:bodyPr vert="horz" wrap="square" lIns="68580" tIns="34290" rIns="68580" bIns="34290" numCol="1" anchor="ctr" anchorCtr="0" compatLnSpc="1">
            <a:prstTxWarp prst="textNoShape">
              <a:avLst/>
            </a:prstTxWarp>
          </a:bodyPr>
          <a:lstStyle/>
          <a:p>
            <a:pPr algn="ctr"/>
            <a:r>
              <a:rPr lang="en-US" sz="2400" dirty="0">
                <a:solidFill>
                  <a:srgbClr val="FEFFFF"/>
                </a:solidFill>
                <a:latin typeface="linea-basic-10" charset="0"/>
                <a:ea typeface="linea-basic-10" charset="0"/>
                <a:cs typeface="+mj-cs"/>
              </a:rPr>
              <a:t>2</a:t>
            </a:r>
            <a:endParaRPr lang="en-US" sz="2400" dirty="0">
              <a:solidFill>
                <a:srgbClr val="FEFFFF"/>
              </a:solidFill>
              <a:latin typeface="Roboto Thin" charset="0"/>
              <a:cs typeface="+mj-cs"/>
            </a:endParaRPr>
          </a:p>
        </p:txBody>
      </p:sp>
      <p:sp>
        <p:nvSpPr>
          <p:cNvPr id="68" name="Oval 20">
            <a:extLst>
              <a:ext uri="{FF2B5EF4-FFF2-40B4-BE49-F238E27FC236}">
                <a16:creationId xmlns:a16="http://schemas.microsoft.com/office/drawing/2014/main" id="{1B878499-B544-4816-B6ED-16B1F2F3CFDC}"/>
              </a:ext>
            </a:extLst>
          </p:cNvPr>
          <p:cNvSpPr>
            <a:spLocks noChangeArrowheads="1"/>
          </p:cNvSpPr>
          <p:nvPr/>
        </p:nvSpPr>
        <p:spPr bwMode="auto">
          <a:xfrm>
            <a:off x="5777011" y="4149491"/>
            <a:ext cx="678722" cy="678722"/>
          </a:xfrm>
          <a:prstGeom prst="ellipse">
            <a:avLst/>
          </a:prstGeom>
          <a:solidFill>
            <a:schemeClr val="accent4"/>
          </a:solidFill>
          <a:ln>
            <a:noFill/>
          </a:ln>
        </p:spPr>
        <p:txBody>
          <a:bodyPr vert="horz" wrap="square" lIns="68580" tIns="34290" rIns="68580" bIns="34290" numCol="1" anchor="ctr" anchorCtr="0" compatLnSpc="1">
            <a:prstTxWarp prst="textNoShape">
              <a:avLst/>
            </a:prstTxWarp>
          </a:bodyPr>
          <a:lstStyle/>
          <a:p>
            <a:pPr algn="ctr"/>
            <a:r>
              <a:rPr lang="en-US" sz="2400" dirty="0">
                <a:solidFill>
                  <a:srgbClr val="FEFFFF"/>
                </a:solidFill>
                <a:latin typeface="linea-basic-10" charset="0"/>
                <a:ea typeface="linea-basic-10" charset="0"/>
                <a:cs typeface="+mj-cs"/>
              </a:rPr>
              <a:t>3</a:t>
            </a:r>
            <a:endParaRPr lang="en-US" sz="2400" dirty="0">
              <a:solidFill>
                <a:srgbClr val="FEFFFF"/>
              </a:solidFill>
              <a:latin typeface="Roboto Thin" charset="0"/>
              <a:cs typeface="+mj-cs"/>
            </a:endParaRPr>
          </a:p>
        </p:txBody>
      </p:sp>
      <p:sp>
        <p:nvSpPr>
          <p:cNvPr id="70" name="Oval 15">
            <a:extLst>
              <a:ext uri="{FF2B5EF4-FFF2-40B4-BE49-F238E27FC236}">
                <a16:creationId xmlns:a16="http://schemas.microsoft.com/office/drawing/2014/main" id="{3E59472A-3BF5-404A-8488-284D620BCE97}"/>
              </a:ext>
            </a:extLst>
          </p:cNvPr>
          <p:cNvSpPr>
            <a:spLocks noChangeArrowheads="1"/>
          </p:cNvSpPr>
          <p:nvPr/>
        </p:nvSpPr>
        <p:spPr bwMode="auto">
          <a:xfrm>
            <a:off x="2537117" y="4149493"/>
            <a:ext cx="678722" cy="678722"/>
          </a:xfrm>
          <a:prstGeom prst="ellipse">
            <a:avLst/>
          </a:prstGeom>
          <a:solidFill>
            <a:schemeClr val="accent5"/>
          </a:solidFill>
          <a:ln>
            <a:noFill/>
          </a:ln>
        </p:spPr>
        <p:txBody>
          <a:bodyPr vert="horz" wrap="square" lIns="68580" tIns="34290" rIns="68580" bIns="34290" numCol="1" anchor="ctr" anchorCtr="0" compatLnSpc="1">
            <a:prstTxWarp prst="textNoShape">
              <a:avLst/>
            </a:prstTxWarp>
          </a:bodyPr>
          <a:lstStyle/>
          <a:p>
            <a:pPr algn="ctr"/>
            <a:r>
              <a:rPr lang="en-US" sz="2400" dirty="0">
                <a:solidFill>
                  <a:srgbClr val="FEFFFF"/>
                </a:solidFill>
                <a:latin typeface="linea-basic-10" charset="0"/>
                <a:ea typeface="linea-basic-10" charset="0"/>
                <a:cs typeface="+mj-cs"/>
              </a:rPr>
              <a:t>1</a:t>
            </a:r>
            <a:endParaRPr lang="en-US" sz="2400" dirty="0">
              <a:solidFill>
                <a:srgbClr val="FEFFFF"/>
              </a:solidFill>
              <a:latin typeface="Roboto Thin" charset="0"/>
              <a:cs typeface="+mj-cs"/>
            </a:endParaRPr>
          </a:p>
        </p:txBody>
      </p:sp>
      <p:sp>
        <p:nvSpPr>
          <p:cNvPr id="71" name="Down Arrow 27">
            <a:extLst>
              <a:ext uri="{FF2B5EF4-FFF2-40B4-BE49-F238E27FC236}">
                <a16:creationId xmlns:a16="http://schemas.microsoft.com/office/drawing/2014/main" id="{9913D43F-2833-4367-89DE-84BDB6CEE634}"/>
              </a:ext>
            </a:extLst>
          </p:cNvPr>
          <p:cNvSpPr/>
          <p:nvPr/>
        </p:nvSpPr>
        <p:spPr>
          <a:xfrm>
            <a:off x="2745876" y="4788085"/>
            <a:ext cx="261200" cy="238871"/>
          </a:xfrm>
          <a:prstGeom prst="down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Roboto Thin" charset="0"/>
              <a:cs typeface="+mj-cs"/>
            </a:endParaRPr>
          </a:p>
        </p:txBody>
      </p:sp>
      <p:sp>
        <p:nvSpPr>
          <p:cNvPr id="72" name="Down Arrow 28">
            <a:extLst>
              <a:ext uri="{FF2B5EF4-FFF2-40B4-BE49-F238E27FC236}">
                <a16:creationId xmlns:a16="http://schemas.microsoft.com/office/drawing/2014/main" id="{EF0D2CC1-910C-4ECA-87B8-FB13D6D1B1D1}"/>
              </a:ext>
            </a:extLst>
          </p:cNvPr>
          <p:cNvSpPr/>
          <p:nvPr/>
        </p:nvSpPr>
        <p:spPr>
          <a:xfrm>
            <a:off x="4364861" y="4788085"/>
            <a:ext cx="261200" cy="238871"/>
          </a:xfrm>
          <a:prstGeom prst="down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Roboto Thin" charset="0"/>
              <a:cs typeface="+mj-cs"/>
            </a:endParaRPr>
          </a:p>
        </p:txBody>
      </p:sp>
      <p:sp>
        <p:nvSpPr>
          <p:cNvPr id="73" name="Down Arrow 29">
            <a:extLst>
              <a:ext uri="{FF2B5EF4-FFF2-40B4-BE49-F238E27FC236}">
                <a16:creationId xmlns:a16="http://schemas.microsoft.com/office/drawing/2014/main" id="{9942B2E6-A132-4D8E-AA7A-D0EE3EADDFC4}"/>
              </a:ext>
            </a:extLst>
          </p:cNvPr>
          <p:cNvSpPr/>
          <p:nvPr/>
        </p:nvSpPr>
        <p:spPr>
          <a:xfrm>
            <a:off x="5985538" y="4788085"/>
            <a:ext cx="261200" cy="238871"/>
          </a:xfrm>
          <a:prstGeom prst="downArrow">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Roboto Thin" charset="0"/>
              <a:cs typeface="+mj-cs"/>
            </a:endParaRPr>
          </a:p>
        </p:txBody>
      </p:sp>
      <p:sp>
        <p:nvSpPr>
          <p:cNvPr id="79" name="Text Placeholder 2">
            <a:extLst>
              <a:ext uri="{FF2B5EF4-FFF2-40B4-BE49-F238E27FC236}">
                <a16:creationId xmlns:a16="http://schemas.microsoft.com/office/drawing/2014/main" id="{F29478A0-F3E9-4F45-AEE3-6DC56C2A01BF}"/>
              </a:ext>
            </a:extLst>
          </p:cNvPr>
          <p:cNvSpPr txBox="1">
            <a:spLocks/>
          </p:cNvSpPr>
          <p:nvPr/>
        </p:nvSpPr>
        <p:spPr>
          <a:xfrm>
            <a:off x="2066386" y="5423271"/>
            <a:ext cx="1618489" cy="367352"/>
          </a:xfrm>
          <a:prstGeom prst="rect">
            <a:avLst/>
          </a:prstGeom>
        </p:spPr>
        <p:txBody>
          <a:bodyPr/>
          <a:lstStyle>
            <a:lvl1pPr marL="0" indent="0" algn="ctr" defTabSz="914400" rtl="0" eaLnBrk="1" latinLnBrk="0" hangingPunct="1">
              <a:lnSpc>
                <a:spcPct val="60000"/>
              </a:lnSpc>
              <a:spcBef>
                <a:spcPts val="1000"/>
              </a:spcBef>
              <a:buFont typeface="Arial" panose="020B0604020202020204" pitchFamily="34" charset="0"/>
              <a:buNone/>
              <a:defRPr sz="1800" b="0" i="0" kern="1200">
                <a:solidFill>
                  <a:schemeClr val="tx1"/>
                </a:solidFill>
                <a:latin typeface="SF UI Display Thin" charset="0"/>
                <a:ea typeface="SF UI Display Thin" charset="0"/>
                <a:cs typeface="SF UI Display Thin"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800" b="0" i="0" u="none" strike="noStrike" dirty="0">
                <a:solidFill>
                  <a:srgbClr val="595959"/>
                </a:solidFill>
                <a:effectLst/>
                <a:latin typeface="Arial" panose="020B0604020202020204" pitchFamily="34" charset="0"/>
              </a:rPr>
              <a:t> beacon simulator</a:t>
            </a:r>
            <a:endParaRPr lang="en-US" dirty="0">
              <a:cs typeface="+mj-cs"/>
            </a:endParaRPr>
          </a:p>
        </p:txBody>
      </p:sp>
      <p:sp>
        <p:nvSpPr>
          <p:cNvPr id="80" name="Text Placeholder 2">
            <a:extLst>
              <a:ext uri="{FF2B5EF4-FFF2-40B4-BE49-F238E27FC236}">
                <a16:creationId xmlns:a16="http://schemas.microsoft.com/office/drawing/2014/main" id="{FD4BD2D4-F9FC-410D-938D-3E5FA8E90CF4}"/>
              </a:ext>
            </a:extLst>
          </p:cNvPr>
          <p:cNvSpPr txBox="1">
            <a:spLocks/>
          </p:cNvSpPr>
          <p:nvPr/>
        </p:nvSpPr>
        <p:spPr>
          <a:xfrm>
            <a:off x="3684875" y="5419709"/>
            <a:ext cx="1618489" cy="679957"/>
          </a:xfrm>
          <a:prstGeom prst="rect">
            <a:avLst/>
          </a:prstGeom>
        </p:spPr>
        <p:txBody>
          <a:bodyPr/>
          <a:lstStyle>
            <a:lvl1pPr marL="0" indent="0" algn="ctr" defTabSz="914400" rtl="0" eaLnBrk="1" latinLnBrk="0" hangingPunct="1">
              <a:lnSpc>
                <a:spcPct val="60000"/>
              </a:lnSpc>
              <a:spcBef>
                <a:spcPts val="1000"/>
              </a:spcBef>
              <a:buFont typeface="Arial" panose="020B0604020202020204" pitchFamily="34" charset="0"/>
              <a:buNone/>
              <a:defRPr sz="1800" b="0" i="0" kern="1200">
                <a:solidFill>
                  <a:schemeClr val="tx1"/>
                </a:solidFill>
                <a:latin typeface="SF UI Display Thin" charset="0"/>
                <a:ea typeface="SF UI Display Thin" charset="0"/>
                <a:cs typeface="SF UI Display Thin"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solidFill>
                  <a:srgbClr val="595959"/>
                </a:solidFill>
                <a:latin typeface="Arial" panose="020B0604020202020204" pitchFamily="34" charset="0"/>
              </a:rPr>
              <a:t>scanner</a:t>
            </a:r>
          </a:p>
        </p:txBody>
      </p:sp>
      <p:sp>
        <p:nvSpPr>
          <p:cNvPr id="81" name="Text Placeholder 2">
            <a:extLst>
              <a:ext uri="{FF2B5EF4-FFF2-40B4-BE49-F238E27FC236}">
                <a16:creationId xmlns:a16="http://schemas.microsoft.com/office/drawing/2014/main" id="{C3DF3A2C-5D58-4BC4-B823-811969CEA730}"/>
              </a:ext>
            </a:extLst>
          </p:cNvPr>
          <p:cNvSpPr txBox="1">
            <a:spLocks/>
          </p:cNvSpPr>
          <p:nvPr/>
        </p:nvSpPr>
        <p:spPr>
          <a:xfrm>
            <a:off x="5078375" y="5431496"/>
            <a:ext cx="2085913" cy="679957"/>
          </a:xfrm>
          <a:prstGeom prst="rect">
            <a:avLst/>
          </a:prstGeom>
        </p:spPr>
        <p:txBody>
          <a:bodyPr/>
          <a:lstStyle>
            <a:lvl1pPr marL="0" indent="0" algn="ctr" defTabSz="914400" rtl="0" eaLnBrk="1" latinLnBrk="0" hangingPunct="1">
              <a:lnSpc>
                <a:spcPct val="60000"/>
              </a:lnSpc>
              <a:spcBef>
                <a:spcPts val="1000"/>
              </a:spcBef>
              <a:buFont typeface="Arial" panose="020B0604020202020204" pitchFamily="34" charset="0"/>
              <a:buNone/>
              <a:defRPr sz="1800" b="0" i="0" kern="1200">
                <a:solidFill>
                  <a:schemeClr val="tx1"/>
                </a:solidFill>
                <a:latin typeface="SF UI Display Thin" charset="0"/>
                <a:ea typeface="SF UI Display Thin" charset="0"/>
                <a:cs typeface="SF UI Display Thin"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solidFill>
                  <a:srgbClr val="595959"/>
                </a:solidFill>
                <a:latin typeface="Arial" panose="020B0604020202020204" pitchFamily="34" charset="0"/>
              </a:rPr>
              <a:t>Server</a:t>
            </a:r>
          </a:p>
        </p:txBody>
      </p:sp>
      <p:sp>
        <p:nvSpPr>
          <p:cNvPr id="7" name="Title 1">
            <a:extLst>
              <a:ext uri="{FF2B5EF4-FFF2-40B4-BE49-F238E27FC236}">
                <a16:creationId xmlns:a16="http://schemas.microsoft.com/office/drawing/2014/main" id="{927EC24E-F470-4F15-9DA7-8EB5F586119B}"/>
              </a:ext>
            </a:extLst>
          </p:cNvPr>
          <p:cNvSpPr txBox="1">
            <a:spLocks/>
          </p:cNvSpPr>
          <p:nvPr/>
        </p:nvSpPr>
        <p:spPr>
          <a:xfrm>
            <a:off x="971600" y="2527623"/>
            <a:ext cx="6909099"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r>
              <a:rPr lang="en-US" dirty="0">
                <a:solidFill>
                  <a:srgbClr val="FFC000"/>
                </a:solidFill>
                <a:latin typeface="Roboto Thin" charset="0"/>
                <a:ea typeface="Roboto Thin" charset="0"/>
                <a:cs typeface="+mj-cs"/>
              </a:rPr>
              <a:t>Configuration</a:t>
            </a:r>
          </a:p>
        </p:txBody>
      </p:sp>
    </p:spTree>
    <p:extLst>
      <p:ext uri="{BB962C8B-B14F-4D97-AF65-F5344CB8AC3E}">
        <p14:creationId xmlns:p14="http://schemas.microsoft.com/office/powerpoint/2010/main" val="330665743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75000">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14:bounceEnd="75000">
                                          <p:cBhvr additive="base">
                                            <p:cTn id="7" dur="800" fill="hold"/>
                                            <p:tgtEl>
                                              <p:spTgt spid="59"/>
                                            </p:tgtEl>
                                            <p:attrNameLst>
                                              <p:attrName>ppt_x</p:attrName>
                                            </p:attrNameLst>
                                          </p:cBhvr>
                                          <p:tavLst>
                                            <p:tav tm="0">
                                              <p:val>
                                                <p:strVal val="#ppt_x"/>
                                              </p:val>
                                            </p:tav>
                                            <p:tav tm="100000">
                                              <p:val>
                                                <p:strVal val="#ppt_x"/>
                                              </p:val>
                                            </p:tav>
                                          </p:tavLst>
                                        </p:anim>
                                        <p:anim calcmode="lin" valueType="num" p14:bounceEnd="75000">
                                          <p:cBhvr additive="base">
                                            <p:cTn id="8" dur="800" fill="hold"/>
                                            <p:tgtEl>
                                              <p:spTgt spid="59"/>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75000">
                                      <p:stCondLst>
                                        <p:cond delay="100"/>
                                      </p:stCondLst>
                                      <p:childTnLst>
                                        <p:set>
                                          <p:cBhvr>
                                            <p:cTn id="10" dur="1" fill="hold">
                                              <p:stCondLst>
                                                <p:cond delay="0"/>
                                              </p:stCondLst>
                                            </p:cTn>
                                            <p:tgtEl>
                                              <p:spTgt spid="61"/>
                                            </p:tgtEl>
                                            <p:attrNameLst>
                                              <p:attrName>style.visibility</p:attrName>
                                            </p:attrNameLst>
                                          </p:cBhvr>
                                          <p:to>
                                            <p:strVal val="visible"/>
                                          </p:to>
                                        </p:set>
                                        <p:anim calcmode="lin" valueType="num" p14:bounceEnd="75000">
                                          <p:cBhvr additive="base">
                                            <p:cTn id="11" dur="800" fill="hold"/>
                                            <p:tgtEl>
                                              <p:spTgt spid="61"/>
                                            </p:tgtEl>
                                            <p:attrNameLst>
                                              <p:attrName>ppt_x</p:attrName>
                                            </p:attrNameLst>
                                          </p:cBhvr>
                                          <p:tavLst>
                                            <p:tav tm="0">
                                              <p:val>
                                                <p:strVal val="#ppt_x"/>
                                              </p:val>
                                            </p:tav>
                                            <p:tav tm="100000">
                                              <p:val>
                                                <p:strVal val="#ppt_x"/>
                                              </p:val>
                                            </p:tav>
                                          </p:tavLst>
                                        </p:anim>
                                        <p:anim calcmode="lin" valueType="num" p14:bounceEnd="75000">
                                          <p:cBhvr additive="base">
                                            <p:cTn id="12" dur="800" fill="hold"/>
                                            <p:tgtEl>
                                              <p:spTgt spid="61"/>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75000">
                                      <p:stCondLst>
                                        <p:cond delay="200"/>
                                      </p:stCondLst>
                                      <p:childTnLst>
                                        <p:set>
                                          <p:cBhvr>
                                            <p:cTn id="14" dur="1" fill="hold">
                                              <p:stCondLst>
                                                <p:cond delay="0"/>
                                              </p:stCondLst>
                                            </p:cTn>
                                            <p:tgtEl>
                                              <p:spTgt spid="63"/>
                                            </p:tgtEl>
                                            <p:attrNameLst>
                                              <p:attrName>style.visibility</p:attrName>
                                            </p:attrNameLst>
                                          </p:cBhvr>
                                          <p:to>
                                            <p:strVal val="visible"/>
                                          </p:to>
                                        </p:set>
                                        <p:anim calcmode="lin" valueType="num" p14:bounceEnd="75000">
                                          <p:cBhvr additive="base">
                                            <p:cTn id="15" dur="800" fill="hold"/>
                                            <p:tgtEl>
                                              <p:spTgt spid="63"/>
                                            </p:tgtEl>
                                            <p:attrNameLst>
                                              <p:attrName>ppt_x</p:attrName>
                                            </p:attrNameLst>
                                          </p:cBhvr>
                                          <p:tavLst>
                                            <p:tav tm="0">
                                              <p:val>
                                                <p:strVal val="#ppt_x"/>
                                              </p:val>
                                            </p:tav>
                                            <p:tav tm="100000">
                                              <p:val>
                                                <p:strVal val="#ppt_x"/>
                                              </p:val>
                                            </p:tav>
                                          </p:tavLst>
                                        </p:anim>
                                        <p:anim calcmode="lin" valueType="num" p14:bounceEnd="75000">
                                          <p:cBhvr additive="base">
                                            <p:cTn id="16" dur="800" fill="hold"/>
                                            <p:tgtEl>
                                              <p:spTgt spid="63"/>
                                            </p:tgtEl>
                                            <p:attrNameLst>
                                              <p:attrName>ppt_y</p:attrName>
                                            </p:attrNameLst>
                                          </p:cBhvr>
                                          <p:tavLst>
                                            <p:tav tm="0">
                                              <p:val>
                                                <p:strVal val="0-#ppt_h/2"/>
                                              </p:val>
                                            </p:tav>
                                            <p:tav tm="100000">
                                              <p:val>
                                                <p:strVal val="#ppt_y"/>
                                              </p:val>
                                            </p:tav>
                                          </p:tavLst>
                                        </p:anim>
                                      </p:childTnLst>
                                    </p:cTn>
                                  </p:par>
                                  <p:par>
                                    <p:cTn id="17" presetID="22" presetClass="entr" presetSubtype="8" fill="hold" grpId="0" nodeType="with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wipe(left)">
                                          <p:cBhvr>
                                            <p:cTn id="19" dur="1000"/>
                                            <p:tgtEl>
                                              <p:spTgt spid="60"/>
                                            </p:tgtEl>
                                          </p:cBhvr>
                                        </p:animEffec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wipe(left)">
                                          <p:cBhvr>
                                            <p:cTn id="23" dur="1000"/>
                                            <p:tgtEl>
                                              <p:spTgt spid="62"/>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wipe(left)">
                                          <p:cBhvr>
                                            <p:cTn id="27" dur="1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animBg="1"/>
          <p:bldP spid="61" grpId="0" animBg="1"/>
          <p:bldP spid="62" grpId="0" animBg="1"/>
          <p:bldP spid="63" grpId="0" animBg="1"/>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800" fill="hold"/>
                                            <p:tgtEl>
                                              <p:spTgt spid="59"/>
                                            </p:tgtEl>
                                            <p:attrNameLst>
                                              <p:attrName>ppt_x</p:attrName>
                                            </p:attrNameLst>
                                          </p:cBhvr>
                                          <p:tavLst>
                                            <p:tav tm="0">
                                              <p:val>
                                                <p:strVal val="#ppt_x"/>
                                              </p:val>
                                            </p:tav>
                                            <p:tav tm="100000">
                                              <p:val>
                                                <p:strVal val="#ppt_x"/>
                                              </p:val>
                                            </p:tav>
                                          </p:tavLst>
                                        </p:anim>
                                        <p:anim calcmode="lin" valueType="num">
                                          <p:cBhvr additive="base">
                                            <p:cTn id="8" dur="800" fill="hold"/>
                                            <p:tgtEl>
                                              <p:spTgt spid="59"/>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100"/>
                                      </p:stCondLst>
                                      <p:childTnLst>
                                        <p:set>
                                          <p:cBhvr>
                                            <p:cTn id="10" dur="1" fill="hold">
                                              <p:stCondLst>
                                                <p:cond delay="0"/>
                                              </p:stCondLst>
                                            </p:cTn>
                                            <p:tgtEl>
                                              <p:spTgt spid="61"/>
                                            </p:tgtEl>
                                            <p:attrNameLst>
                                              <p:attrName>style.visibility</p:attrName>
                                            </p:attrNameLst>
                                          </p:cBhvr>
                                          <p:to>
                                            <p:strVal val="visible"/>
                                          </p:to>
                                        </p:set>
                                        <p:anim calcmode="lin" valueType="num">
                                          <p:cBhvr additive="base">
                                            <p:cTn id="11" dur="800" fill="hold"/>
                                            <p:tgtEl>
                                              <p:spTgt spid="61"/>
                                            </p:tgtEl>
                                            <p:attrNameLst>
                                              <p:attrName>ppt_x</p:attrName>
                                            </p:attrNameLst>
                                          </p:cBhvr>
                                          <p:tavLst>
                                            <p:tav tm="0">
                                              <p:val>
                                                <p:strVal val="#ppt_x"/>
                                              </p:val>
                                            </p:tav>
                                            <p:tav tm="100000">
                                              <p:val>
                                                <p:strVal val="#ppt_x"/>
                                              </p:val>
                                            </p:tav>
                                          </p:tavLst>
                                        </p:anim>
                                        <p:anim calcmode="lin" valueType="num">
                                          <p:cBhvr additive="base">
                                            <p:cTn id="12" dur="800" fill="hold"/>
                                            <p:tgtEl>
                                              <p:spTgt spid="61"/>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200"/>
                                      </p:stCondLst>
                                      <p:childTnLst>
                                        <p:set>
                                          <p:cBhvr>
                                            <p:cTn id="14" dur="1" fill="hold">
                                              <p:stCondLst>
                                                <p:cond delay="0"/>
                                              </p:stCondLst>
                                            </p:cTn>
                                            <p:tgtEl>
                                              <p:spTgt spid="63"/>
                                            </p:tgtEl>
                                            <p:attrNameLst>
                                              <p:attrName>style.visibility</p:attrName>
                                            </p:attrNameLst>
                                          </p:cBhvr>
                                          <p:to>
                                            <p:strVal val="visible"/>
                                          </p:to>
                                        </p:set>
                                        <p:anim calcmode="lin" valueType="num">
                                          <p:cBhvr additive="base">
                                            <p:cTn id="15" dur="800" fill="hold"/>
                                            <p:tgtEl>
                                              <p:spTgt spid="63"/>
                                            </p:tgtEl>
                                            <p:attrNameLst>
                                              <p:attrName>ppt_x</p:attrName>
                                            </p:attrNameLst>
                                          </p:cBhvr>
                                          <p:tavLst>
                                            <p:tav tm="0">
                                              <p:val>
                                                <p:strVal val="#ppt_x"/>
                                              </p:val>
                                            </p:tav>
                                            <p:tav tm="100000">
                                              <p:val>
                                                <p:strVal val="#ppt_x"/>
                                              </p:val>
                                            </p:tav>
                                          </p:tavLst>
                                        </p:anim>
                                        <p:anim calcmode="lin" valueType="num">
                                          <p:cBhvr additive="base">
                                            <p:cTn id="16" dur="800" fill="hold"/>
                                            <p:tgtEl>
                                              <p:spTgt spid="6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300"/>
                                      </p:stCondLst>
                                      <p:childTnLst>
                                        <p:set>
                                          <p:cBhvr>
                                            <p:cTn id="18" dur="1" fill="hold">
                                              <p:stCondLst>
                                                <p:cond delay="0"/>
                                              </p:stCondLst>
                                            </p:cTn>
                                            <p:tgtEl>
                                              <p:spTgt spid="65"/>
                                            </p:tgtEl>
                                            <p:attrNameLst>
                                              <p:attrName>style.visibility</p:attrName>
                                            </p:attrNameLst>
                                          </p:cBhvr>
                                          <p:to>
                                            <p:strVal val="visible"/>
                                          </p:to>
                                        </p:set>
                                        <p:anim calcmode="lin" valueType="num">
                                          <p:cBhvr additive="base">
                                            <p:cTn id="19" dur="800" fill="hold"/>
                                            <p:tgtEl>
                                              <p:spTgt spid="65"/>
                                            </p:tgtEl>
                                            <p:attrNameLst>
                                              <p:attrName>ppt_x</p:attrName>
                                            </p:attrNameLst>
                                          </p:cBhvr>
                                          <p:tavLst>
                                            <p:tav tm="0">
                                              <p:val>
                                                <p:strVal val="#ppt_x"/>
                                              </p:val>
                                            </p:tav>
                                            <p:tav tm="100000">
                                              <p:val>
                                                <p:strVal val="#ppt_x"/>
                                              </p:val>
                                            </p:tav>
                                          </p:tavLst>
                                        </p:anim>
                                        <p:anim calcmode="lin" valueType="num">
                                          <p:cBhvr additive="base">
                                            <p:cTn id="20" dur="800" fill="hold"/>
                                            <p:tgtEl>
                                              <p:spTgt spid="65"/>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100"/>
                                      </p:stCondLst>
                                      <p:childTnLst>
                                        <p:set>
                                          <p:cBhvr>
                                            <p:cTn id="22" dur="1" fill="hold">
                                              <p:stCondLst>
                                                <p:cond delay="0"/>
                                              </p:stCondLst>
                                            </p:cTn>
                                            <p:tgtEl>
                                              <p:spTgt spid="78"/>
                                            </p:tgtEl>
                                            <p:attrNameLst>
                                              <p:attrName>style.visibility</p:attrName>
                                            </p:attrNameLst>
                                          </p:cBhvr>
                                          <p:to>
                                            <p:strVal val="visible"/>
                                          </p:to>
                                        </p:set>
                                        <p:anim calcmode="lin" valueType="num">
                                          <p:cBhvr additive="base">
                                            <p:cTn id="23" dur="1000" fill="hold"/>
                                            <p:tgtEl>
                                              <p:spTgt spid="78"/>
                                            </p:tgtEl>
                                            <p:attrNameLst>
                                              <p:attrName>ppt_x</p:attrName>
                                            </p:attrNameLst>
                                          </p:cBhvr>
                                          <p:tavLst>
                                            <p:tav tm="0">
                                              <p:val>
                                                <p:strVal val="#ppt_x"/>
                                              </p:val>
                                            </p:tav>
                                            <p:tav tm="100000">
                                              <p:val>
                                                <p:strVal val="#ppt_x"/>
                                              </p:val>
                                            </p:tav>
                                          </p:tavLst>
                                        </p:anim>
                                        <p:anim calcmode="lin" valueType="num">
                                          <p:cBhvr additive="base">
                                            <p:cTn id="24" dur="1000" fill="hold"/>
                                            <p:tgtEl>
                                              <p:spTgt spid="78"/>
                                            </p:tgtEl>
                                            <p:attrNameLst>
                                              <p:attrName>ppt_y</p:attrName>
                                            </p:attrNameLst>
                                          </p:cBhvr>
                                          <p:tavLst>
                                            <p:tav tm="0">
                                              <p:val>
                                                <p:strVal val="0-#ppt_h/2"/>
                                              </p:val>
                                            </p:tav>
                                            <p:tav tm="100000">
                                              <p:val>
                                                <p:strVal val="#ppt_y"/>
                                              </p:val>
                                            </p:tav>
                                          </p:tavLst>
                                        </p:anim>
                                      </p:childTnLst>
                                    </p:cTn>
                                  </p:par>
                                  <p:par>
                                    <p:cTn id="25" presetID="22" presetClass="entr" presetSubtype="8" fill="hold" grpId="0" nodeType="with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wipe(left)">
                                          <p:cBhvr>
                                            <p:cTn id="27" dur="1000"/>
                                            <p:tgtEl>
                                              <p:spTgt spid="60"/>
                                            </p:tgtEl>
                                          </p:cBhvr>
                                        </p:animEffect>
                                      </p:childTnLst>
                                    </p:cTn>
                                  </p:par>
                                </p:childTnLst>
                              </p:cTn>
                            </p:par>
                            <p:par>
                              <p:cTn id="28" fill="hold">
                                <p:stCondLst>
                                  <p:cond delay="1100"/>
                                </p:stCondLst>
                                <p:childTnLst>
                                  <p:par>
                                    <p:cTn id="29" presetID="22" presetClass="entr" presetSubtype="8" fill="hold" grpId="0" nodeType="afterEffect">
                                      <p:stCondLst>
                                        <p:cond delay="0"/>
                                      </p:stCondLst>
                                      <p:childTnLst>
                                        <p:set>
                                          <p:cBhvr>
                                            <p:cTn id="30" dur="1" fill="hold">
                                              <p:stCondLst>
                                                <p:cond delay="0"/>
                                              </p:stCondLst>
                                            </p:cTn>
                                            <p:tgtEl>
                                              <p:spTgt spid="62"/>
                                            </p:tgtEl>
                                            <p:attrNameLst>
                                              <p:attrName>style.visibility</p:attrName>
                                            </p:attrNameLst>
                                          </p:cBhvr>
                                          <p:to>
                                            <p:strVal val="visible"/>
                                          </p:to>
                                        </p:set>
                                        <p:animEffect transition="in" filter="wipe(left)">
                                          <p:cBhvr>
                                            <p:cTn id="31" dur="1000"/>
                                            <p:tgtEl>
                                              <p:spTgt spid="62"/>
                                            </p:tgtEl>
                                          </p:cBhvr>
                                        </p:animEffect>
                                      </p:childTnLst>
                                    </p:cTn>
                                  </p:par>
                                </p:childTnLst>
                              </p:cTn>
                            </p:par>
                            <p:par>
                              <p:cTn id="32" fill="hold">
                                <p:stCondLst>
                                  <p:cond delay="2100"/>
                                </p:stCondLst>
                                <p:childTnLst>
                                  <p:par>
                                    <p:cTn id="33" presetID="22" presetClass="entr" presetSubtype="8" fill="hold" grpId="0" nodeType="afterEffect">
                                      <p:stCondLst>
                                        <p:cond delay="0"/>
                                      </p:stCondLst>
                                      <p:childTnLst>
                                        <p:set>
                                          <p:cBhvr>
                                            <p:cTn id="34" dur="1" fill="hold">
                                              <p:stCondLst>
                                                <p:cond delay="0"/>
                                              </p:stCondLst>
                                            </p:cTn>
                                            <p:tgtEl>
                                              <p:spTgt spid="64"/>
                                            </p:tgtEl>
                                            <p:attrNameLst>
                                              <p:attrName>style.visibility</p:attrName>
                                            </p:attrNameLst>
                                          </p:cBhvr>
                                          <p:to>
                                            <p:strVal val="visible"/>
                                          </p:to>
                                        </p:set>
                                        <p:animEffect transition="in" filter="wipe(left)">
                                          <p:cBhvr>
                                            <p:cTn id="35" dur="1000"/>
                                            <p:tgtEl>
                                              <p:spTgt spid="64"/>
                                            </p:tgtEl>
                                          </p:cBhvr>
                                        </p:animEffect>
                                      </p:childTnLst>
                                    </p:cTn>
                                  </p:par>
                                </p:childTnLst>
                              </p:cTn>
                            </p:par>
                            <p:par>
                              <p:cTn id="36" fill="hold">
                                <p:stCondLst>
                                  <p:cond delay="3100"/>
                                </p:stCondLst>
                                <p:childTnLst>
                                  <p:par>
                                    <p:cTn id="37" presetID="22" presetClass="entr" presetSubtype="8" fill="hold" grpId="0" nodeType="afterEffect">
                                      <p:stCondLst>
                                        <p:cond delay="0"/>
                                      </p:stCondLst>
                                      <p:childTnLst>
                                        <p:set>
                                          <p:cBhvr>
                                            <p:cTn id="38" dur="1" fill="hold">
                                              <p:stCondLst>
                                                <p:cond delay="0"/>
                                              </p:stCondLst>
                                            </p:cTn>
                                            <p:tgtEl>
                                              <p:spTgt spid="66"/>
                                            </p:tgtEl>
                                            <p:attrNameLst>
                                              <p:attrName>style.visibility</p:attrName>
                                            </p:attrNameLst>
                                          </p:cBhvr>
                                          <p:to>
                                            <p:strVal val="visible"/>
                                          </p:to>
                                        </p:set>
                                        <p:animEffect transition="in" filter="wipe(left)">
                                          <p:cBhvr>
                                            <p:cTn id="39" dur="1000"/>
                                            <p:tgtEl>
                                              <p:spTgt spid="66"/>
                                            </p:tgtEl>
                                          </p:cBhvr>
                                        </p:animEffect>
                                      </p:childTnLst>
                                    </p:cTn>
                                  </p:par>
                                </p:childTnLst>
                              </p:cTn>
                            </p:par>
                            <p:par>
                              <p:cTn id="40" fill="hold">
                                <p:stCondLst>
                                  <p:cond delay="4100"/>
                                </p:stCondLst>
                                <p:childTnLst>
                                  <p:par>
                                    <p:cTn id="41" presetID="22" presetClass="entr" presetSubtype="8" fill="hold" grpId="0" nodeType="afterEffect">
                                      <p:stCondLst>
                                        <p:cond delay="0"/>
                                      </p:stCondLst>
                                      <p:childTnLst>
                                        <p:set>
                                          <p:cBhvr>
                                            <p:cTn id="42" dur="1" fill="hold">
                                              <p:stCondLst>
                                                <p:cond delay="0"/>
                                              </p:stCondLst>
                                            </p:cTn>
                                            <p:tgtEl>
                                              <p:spTgt spid="75"/>
                                            </p:tgtEl>
                                            <p:attrNameLst>
                                              <p:attrName>style.visibility</p:attrName>
                                            </p:attrNameLst>
                                          </p:cBhvr>
                                          <p:to>
                                            <p:strVal val="visible"/>
                                          </p:to>
                                        </p:set>
                                        <p:animEffect transition="in" filter="wipe(left)">
                                          <p:cBhvr>
                                            <p:cTn id="43" dur="1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0" grpId="0" animBg="1"/>
          <p:bldP spid="61" grpId="0" animBg="1"/>
          <p:bldP spid="62" grpId="0" animBg="1"/>
          <p:bldP spid="63" grpId="0" animBg="1"/>
          <p:bldP spid="64" grpId="0" animBg="1"/>
          <p:bldP spid="65" grpId="0" animBg="1"/>
          <p:bldP spid="66" grpId="0" animBg="1"/>
          <p:bldP spid="75" grpId="0" animBg="1"/>
          <p:bldP spid="78" grpId="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3085" y="404664"/>
            <a:ext cx="4273059" cy="778261"/>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r>
              <a:rPr lang="en-US" sz="3300" dirty="0">
                <a:solidFill>
                  <a:schemeClr val="accent5">
                    <a:lumMod val="50000"/>
                  </a:schemeClr>
                </a:solidFill>
                <a:latin typeface="Roboto Thin" charset="0"/>
                <a:ea typeface="Roboto Thin" charset="0"/>
                <a:cs typeface="+mj-cs"/>
              </a:rPr>
              <a:t>System Layout</a:t>
            </a:r>
          </a:p>
        </p:txBody>
      </p:sp>
      <p:cxnSp>
        <p:nvCxnSpPr>
          <p:cNvPr id="8" name="Straight Connector 8"/>
          <p:cNvCxnSpPr/>
          <p:nvPr/>
        </p:nvCxnSpPr>
        <p:spPr>
          <a:xfrm>
            <a:off x="690692" y="1009531"/>
            <a:ext cx="947863"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0" name="Picture Placeholder 9" descr="A picture containing room&#10;&#10;Description automatically generated">
            <a:extLst>
              <a:ext uri="{FF2B5EF4-FFF2-40B4-BE49-F238E27FC236}">
                <a16:creationId xmlns:a16="http://schemas.microsoft.com/office/drawing/2014/main" id="{E2930D93-3554-4DAD-9F25-C296CCCF69FA}"/>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17209" r="40963"/>
          <a:stretch/>
        </p:blipFill>
        <p:spPr>
          <a:xfrm>
            <a:off x="7213892" y="0"/>
            <a:ext cx="1930107" cy="6858000"/>
          </a:xfrm>
        </p:spPr>
      </p:pic>
      <p:sp>
        <p:nvSpPr>
          <p:cNvPr id="9" name="Rectangle 12"/>
          <p:cNvSpPr/>
          <p:nvPr/>
        </p:nvSpPr>
        <p:spPr>
          <a:xfrm>
            <a:off x="7213892" y="0"/>
            <a:ext cx="1962075" cy="6885384"/>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Roboto Thin" charset="0"/>
            </a:endParaRPr>
          </a:p>
        </p:txBody>
      </p:sp>
      <p:cxnSp>
        <p:nvCxnSpPr>
          <p:cNvPr id="21" name="Straight Connector 20">
            <a:extLst>
              <a:ext uri="{FF2B5EF4-FFF2-40B4-BE49-F238E27FC236}">
                <a16:creationId xmlns:a16="http://schemas.microsoft.com/office/drawing/2014/main" id="{12FE215F-F443-4013-895C-855DEC770F42}"/>
              </a:ext>
            </a:extLst>
          </p:cNvPr>
          <p:cNvCxnSpPr>
            <a:cxnSpLocks/>
          </p:cNvCxnSpPr>
          <p:nvPr/>
        </p:nvCxnSpPr>
        <p:spPr>
          <a:xfrm>
            <a:off x="924014" y="3901464"/>
            <a:ext cx="1104425" cy="372234"/>
          </a:xfrm>
          <a:prstGeom prst="line">
            <a:avLst/>
          </a:prstGeom>
          <a:ln w="19050" cmpd="sng">
            <a:solidFill>
              <a:schemeClr val="accent4">
                <a:lumMod val="75000"/>
              </a:schemeClr>
            </a:solidFill>
          </a:ln>
          <a:effectLst>
            <a:outerShdw dist="38100" dir="5400000" algn="ctr" rotWithShape="0">
              <a:srgbClr val="000000">
                <a:alpha val="10000"/>
              </a:srgbClr>
            </a:outerShdw>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AC60037-E803-45DE-B0BF-3F7151B52147}"/>
              </a:ext>
            </a:extLst>
          </p:cNvPr>
          <p:cNvCxnSpPr/>
          <p:nvPr/>
        </p:nvCxnSpPr>
        <p:spPr>
          <a:xfrm flipV="1">
            <a:off x="2841370" y="3865793"/>
            <a:ext cx="1216529" cy="451184"/>
          </a:xfrm>
          <a:prstGeom prst="line">
            <a:avLst/>
          </a:prstGeom>
          <a:ln w="19050" cmpd="sng">
            <a:solidFill>
              <a:schemeClr val="accent2"/>
            </a:solidFill>
          </a:ln>
          <a:effectLst>
            <a:outerShdw dist="38100" dir="5400000" algn="ctr" rotWithShape="0">
              <a:srgbClr val="000000">
                <a:alpha val="10000"/>
              </a:srgbClr>
            </a:outerShdw>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B629789-8858-4CE3-9744-1BE6DCC52C95}"/>
              </a:ext>
            </a:extLst>
          </p:cNvPr>
          <p:cNvCxnSpPr/>
          <p:nvPr/>
        </p:nvCxnSpPr>
        <p:spPr>
          <a:xfrm>
            <a:off x="4833364" y="3913414"/>
            <a:ext cx="1222545" cy="377456"/>
          </a:xfrm>
          <a:prstGeom prst="line">
            <a:avLst/>
          </a:prstGeom>
          <a:ln w="19050" cmpd="sng">
            <a:solidFill>
              <a:schemeClr val="accent5">
                <a:lumMod val="60000"/>
                <a:lumOff val="40000"/>
              </a:schemeClr>
            </a:solidFill>
          </a:ln>
          <a:effectLst>
            <a:outerShdw dist="38100" dir="5400000" algn="ctr" rotWithShape="0">
              <a:srgbClr val="000000">
                <a:alpha val="10000"/>
              </a:srgbClr>
            </a:outerShdw>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12B59DB2-01CC-4A46-9531-D0E756A577DD}"/>
              </a:ext>
            </a:extLst>
          </p:cNvPr>
          <p:cNvSpPr/>
          <p:nvPr/>
        </p:nvSpPr>
        <p:spPr>
          <a:xfrm rot="1134381">
            <a:off x="823284" y="3892308"/>
            <a:ext cx="1538864" cy="229678"/>
          </a:xfrm>
          <a:prstGeom prst="rect">
            <a:avLst/>
          </a:prstGeom>
        </p:spPr>
        <p:txBody>
          <a:bodyPr wrap="square" lIns="0" rIns="0">
            <a:spAutoFit/>
          </a:bodyPr>
          <a:lstStyle/>
          <a:p>
            <a:pPr algn="ctr">
              <a:lnSpc>
                <a:spcPct val="85000"/>
              </a:lnSpc>
            </a:pPr>
            <a:r>
              <a:rPr lang="en-US" sz="1050" dirty="0">
                <a:latin typeface="GE SS Text Light" pitchFamily="18" charset="-78"/>
                <a:ea typeface="GE SS Text Light" pitchFamily="18" charset="-78"/>
                <a:cs typeface="GE SS Text Light" pitchFamily="18" charset="-78"/>
              </a:rPr>
              <a:t>Bluetooth</a:t>
            </a:r>
          </a:p>
        </p:txBody>
      </p:sp>
      <p:sp>
        <p:nvSpPr>
          <p:cNvPr id="25" name="Rectangle 24">
            <a:extLst>
              <a:ext uri="{FF2B5EF4-FFF2-40B4-BE49-F238E27FC236}">
                <a16:creationId xmlns:a16="http://schemas.microsoft.com/office/drawing/2014/main" id="{7909B3C0-8273-4DE8-BBBE-7CB226BD7818}"/>
              </a:ext>
            </a:extLst>
          </p:cNvPr>
          <p:cNvSpPr/>
          <p:nvPr/>
        </p:nvSpPr>
        <p:spPr>
          <a:xfrm rot="20396961">
            <a:off x="2795273" y="3865792"/>
            <a:ext cx="1197664" cy="229678"/>
          </a:xfrm>
          <a:prstGeom prst="rect">
            <a:avLst/>
          </a:prstGeom>
        </p:spPr>
        <p:txBody>
          <a:bodyPr wrap="square" lIns="0" rIns="0">
            <a:spAutoFit/>
          </a:bodyPr>
          <a:lstStyle/>
          <a:p>
            <a:pPr algn="ctr">
              <a:lnSpc>
                <a:spcPct val="85000"/>
              </a:lnSpc>
            </a:pPr>
            <a:r>
              <a:rPr lang="ar-SA" sz="1050" dirty="0">
                <a:latin typeface="GE SS Text Light" pitchFamily="18" charset="-78"/>
                <a:ea typeface="GE SS Text Light" pitchFamily="18" charset="-78"/>
                <a:cs typeface="GE SS Text Light" pitchFamily="18" charset="-78"/>
              </a:rPr>
              <a:t>’</a:t>
            </a:r>
            <a:r>
              <a:rPr lang="en-US" sz="1050" dirty="0">
                <a:latin typeface="GE SS Text Light" pitchFamily="18" charset="-78"/>
                <a:ea typeface="GE SS Text Light" pitchFamily="18" charset="-78"/>
                <a:cs typeface="GE SS Text Light" pitchFamily="18" charset="-78"/>
              </a:rPr>
              <a:t>MQTT</a:t>
            </a:r>
          </a:p>
        </p:txBody>
      </p:sp>
      <p:sp>
        <p:nvSpPr>
          <p:cNvPr id="26" name="Rectangle 25">
            <a:extLst>
              <a:ext uri="{FF2B5EF4-FFF2-40B4-BE49-F238E27FC236}">
                <a16:creationId xmlns:a16="http://schemas.microsoft.com/office/drawing/2014/main" id="{10E83F71-5E94-4E66-A7BA-6D7E6927CE0D}"/>
              </a:ext>
            </a:extLst>
          </p:cNvPr>
          <p:cNvSpPr/>
          <p:nvPr/>
        </p:nvSpPr>
        <p:spPr>
          <a:xfrm rot="1054565">
            <a:off x="4837352" y="3940784"/>
            <a:ext cx="1490428" cy="229678"/>
          </a:xfrm>
          <a:prstGeom prst="rect">
            <a:avLst/>
          </a:prstGeom>
        </p:spPr>
        <p:txBody>
          <a:bodyPr wrap="square" lIns="0" rIns="0">
            <a:spAutoFit/>
          </a:bodyPr>
          <a:lstStyle/>
          <a:p>
            <a:pPr algn="ctr">
              <a:lnSpc>
                <a:spcPct val="85000"/>
              </a:lnSpc>
            </a:pPr>
            <a:r>
              <a:rPr lang="en-US" sz="1050" dirty="0">
                <a:latin typeface="GE SS Text Light" pitchFamily="18" charset="-78"/>
                <a:ea typeface="GE SS Text Light" pitchFamily="18" charset="-78"/>
                <a:cs typeface="GE SS Text Light" pitchFamily="18" charset="-78"/>
              </a:rPr>
              <a:t>Localhost</a:t>
            </a:r>
          </a:p>
        </p:txBody>
      </p:sp>
      <p:pic>
        <p:nvPicPr>
          <p:cNvPr id="3" name="Graphic 2">
            <a:extLst>
              <a:ext uri="{FF2B5EF4-FFF2-40B4-BE49-F238E27FC236}">
                <a16:creationId xmlns:a16="http://schemas.microsoft.com/office/drawing/2014/main" id="{D76F6658-6D83-4B8E-B0E7-B3ADA9B2D70B}"/>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017" y="3385849"/>
            <a:ext cx="762000" cy="762000"/>
          </a:xfrm>
          <a:prstGeom prst="rect">
            <a:avLst/>
          </a:prstGeom>
        </p:spPr>
      </p:pic>
      <p:pic>
        <p:nvPicPr>
          <p:cNvPr id="5" name="Picture 4" descr="A picture containing fence&#10;&#10;Description automatically generated">
            <a:extLst>
              <a:ext uri="{FF2B5EF4-FFF2-40B4-BE49-F238E27FC236}">
                <a16:creationId xmlns:a16="http://schemas.microsoft.com/office/drawing/2014/main" id="{D490521A-BF37-436E-95B4-70BDAF6F52E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71187" y="3953004"/>
            <a:ext cx="615430" cy="778261"/>
          </a:xfrm>
          <a:prstGeom prst="rect">
            <a:avLst/>
          </a:prstGeom>
        </p:spPr>
      </p:pic>
      <p:pic>
        <p:nvPicPr>
          <p:cNvPr id="14" name="Picture 13" descr="A picture containing plate, food, light, drawing&#10;&#10;Description automatically generated">
            <a:extLst>
              <a:ext uri="{FF2B5EF4-FFF2-40B4-BE49-F238E27FC236}">
                <a16:creationId xmlns:a16="http://schemas.microsoft.com/office/drawing/2014/main" id="{E2C2B1E4-822C-4963-9E9A-48703881BD7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51309" y="3565039"/>
            <a:ext cx="569730" cy="569730"/>
          </a:xfrm>
          <a:prstGeom prst="rect">
            <a:avLst/>
          </a:prstGeom>
        </p:spPr>
      </p:pic>
      <p:pic>
        <p:nvPicPr>
          <p:cNvPr id="48" name="Graphic 47">
            <a:extLst>
              <a:ext uri="{FF2B5EF4-FFF2-40B4-BE49-F238E27FC236}">
                <a16:creationId xmlns:a16="http://schemas.microsoft.com/office/drawing/2014/main" id="{1D2A6C43-A39C-4A13-B68A-0D8ADD397CEB}"/>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97154" y="4121482"/>
            <a:ext cx="986286" cy="986286"/>
          </a:xfrm>
          <a:prstGeom prst="rect">
            <a:avLst/>
          </a:prstGeom>
        </p:spPr>
      </p:pic>
      <p:cxnSp>
        <p:nvCxnSpPr>
          <p:cNvPr id="53" name="Straight Connector 52">
            <a:extLst>
              <a:ext uri="{FF2B5EF4-FFF2-40B4-BE49-F238E27FC236}">
                <a16:creationId xmlns:a16="http://schemas.microsoft.com/office/drawing/2014/main" id="{60D37B93-C416-4A31-9DD6-0B24912A72DB}"/>
              </a:ext>
            </a:extLst>
          </p:cNvPr>
          <p:cNvCxnSpPr>
            <a:cxnSpLocks/>
          </p:cNvCxnSpPr>
          <p:nvPr/>
        </p:nvCxnSpPr>
        <p:spPr>
          <a:xfrm flipV="1">
            <a:off x="4820277" y="3227080"/>
            <a:ext cx="906766" cy="489952"/>
          </a:xfrm>
          <a:prstGeom prst="line">
            <a:avLst/>
          </a:prstGeom>
          <a:ln w="19050" cmpd="sng">
            <a:solidFill>
              <a:schemeClr val="tx1">
                <a:lumMod val="75000"/>
                <a:lumOff val="25000"/>
              </a:schemeClr>
            </a:solidFill>
          </a:ln>
          <a:effectLst>
            <a:outerShdw dist="38100" dir="5400000" algn="ctr" rotWithShape="0">
              <a:srgbClr val="000000">
                <a:alpha val="10000"/>
              </a:srgbClr>
            </a:outerShdw>
          </a:effectLst>
        </p:spPr>
        <p:style>
          <a:lnRef idx="2">
            <a:schemeClr val="accent1"/>
          </a:lnRef>
          <a:fillRef idx="0">
            <a:schemeClr val="accent1"/>
          </a:fillRef>
          <a:effectRef idx="1">
            <a:schemeClr val="accent1"/>
          </a:effectRef>
          <a:fontRef idx="minor">
            <a:schemeClr val="tx1"/>
          </a:fontRef>
        </p:style>
      </p:cxnSp>
      <p:pic>
        <p:nvPicPr>
          <p:cNvPr id="56" name="Picture 55" descr="A screenshot of a cell phone&#10;&#10;Description automatically generated">
            <a:extLst>
              <a:ext uri="{FF2B5EF4-FFF2-40B4-BE49-F238E27FC236}">
                <a16:creationId xmlns:a16="http://schemas.microsoft.com/office/drawing/2014/main" id="{A4D7D6CF-0562-4E55-A885-FAEC110C815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19377" y="2636912"/>
            <a:ext cx="1222644" cy="762000"/>
          </a:xfrm>
          <a:prstGeom prst="rect">
            <a:avLst/>
          </a:prstGeom>
        </p:spPr>
      </p:pic>
      <p:sp>
        <p:nvSpPr>
          <p:cNvPr id="59" name="Rectangle 58">
            <a:extLst>
              <a:ext uri="{FF2B5EF4-FFF2-40B4-BE49-F238E27FC236}">
                <a16:creationId xmlns:a16="http://schemas.microsoft.com/office/drawing/2014/main" id="{4C39D201-1948-435D-AF29-35AB9CE5083B}"/>
              </a:ext>
            </a:extLst>
          </p:cNvPr>
          <p:cNvSpPr/>
          <p:nvPr/>
        </p:nvSpPr>
        <p:spPr>
          <a:xfrm>
            <a:off x="-235199" y="4177820"/>
            <a:ext cx="1538864" cy="229678"/>
          </a:xfrm>
          <a:prstGeom prst="rect">
            <a:avLst/>
          </a:prstGeom>
        </p:spPr>
        <p:txBody>
          <a:bodyPr wrap="square" lIns="0" rIns="0">
            <a:spAutoFit/>
          </a:bodyPr>
          <a:lstStyle/>
          <a:p>
            <a:pPr algn="ctr">
              <a:lnSpc>
                <a:spcPct val="85000"/>
              </a:lnSpc>
            </a:pPr>
            <a:r>
              <a:rPr lang="en-US" sz="1050" dirty="0">
                <a:latin typeface="GE SS Text Light" pitchFamily="18" charset="-78"/>
                <a:ea typeface="GE SS Text Light" pitchFamily="18" charset="-78"/>
                <a:cs typeface="GE SS Text Light" pitchFamily="18" charset="-78"/>
              </a:rPr>
              <a:t>Simulator</a:t>
            </a:r>
          </a:p>
        </p:txBody>
      </p:sp>
      <p:sp>
        <p:nvSpPr>
          <p:cNvPr id="60" name="Rectangle 59">
            <a:extLst>
              <a:ext uri="{FF2B5EF4-FFF2-40B4-BE49-F238E27FC236}">
                <a16:creationId xmlns:a16="http://schemas.microsoft.com/office/drawing/2014/main" id="{6BFCCB6F-303C-41A2-B9B4-5D63903842B1}"/>
              </a:ext>
            </a:extLst>
          </p:cNvPr>
          <p:cNvSpPr/>
          <p:nvPr/>
        </p:nvSpPr>
        <p:spPr>
          <a:xfrm>
            <a:off x="1709470" y="4616426"/>
            <a:ext cx="1538864" cy="229678"/>
          </a:xfrm>
          <a:prstGeom prst="rect">
            <a:avLst/>
          </a:prstGeom>
        </p:spPr>
        <p:txBody>
          <a:bodyPr wrap="square" lIns="0" rIns="0">
            <a:spAutoFit/>
          </a:bodyPr>
          <a:lstStyle/>
          <a:p>
            <a:pPr algn="ctr">
              <a:lnSpc>
                <a:spcPct val="85000"/>
              </a:lnSpc>
            </a:pPr>
            <a:r>
              <a:rPr lang="en-US" sz="1050" dirty="0">
                <a:latin typeface="GE SS Text Light" pitchFamily="18" charset="-78"/>
                <a:ea typeface="GE SS Text Light" pitchFamily="18" charset="-78"/>
                <a:cs typeface="GE SS Text Light" pitchFamily="18" charset="-78"/>
              </a:rPr>
              <a:t>Scanner</a:t>
            </a:r>
          </a:p>
        </p:txBody>
      </p:sp>
      <p:sp>
        <p:nvSpPr>
          <p:cNvPr id="61" name="Rectangle 60">
            <a:extLst>
              <a:ext uri="{FF2B5EF4-FFF2-40B4-BE49-F238E27FC236}">
                <a16:creationId xmlns:a16="http://schemas.microsoft.com/office/drawing/2014/main" id="{69C4EA27-AF49-483C-BDEE-F6BFE364F751}"/>
              </a:ext>
            </a:extLst>
          </p:cNvPr>
          <p:cNvSpPr/>
          <p:nvPr/>
        </p:nvSpPr>
        <p:spPr>
          <a:xfrm>
            <a:off x="3681208" y="4149080"/>
            <a:ext cx="1538864" cy="229678"/>
          </a:xfrm>
          <a:prstGeom prst="rect">
            <a:avLst/>
          </a:prstGeom>
        </p:spPr>
        <p:txBody>
          <a:bodyPr wrap="square" lIns="0" rIns="0">
            <a:spAutoFit/>
          </a:bodyPr>
          <a:lstStyle/>
          <a:p>
            <a:pPr algn="ctr">
              <a:lnSpc>
                <a:spcPct val="85000"/>
              </a:lnSpc>
            </a:pPr>
            <a:r>
              <a:rPr lang="en-US" sz="1050" dirty="0">
                <a:latin typeface="GE SS Text Light" pitchFamily="18" charset="-78"/>
                <a:ea typeface="GE SS Text Light" pitchFamily="18" charset="-78"/>
                <a:cs typeface="GE SS Text Light" pitchFamily="18" charset="-78"/>
              </a:rPr>
              <a:t>Server</a:t>
            </a:r>
          </a:p>
        </p:txBody>
      </p:sp>
      <p:sp>
        <p:nvSpPr>
          <p:cNvPr id="62" name="Rectangle 61">
            <a:extLst>
              <a:ext uri="{FF2B5EF4-FFF2-40B4-BE49-F238E27FC236}">
                <a16:creationId xmlns:a16="http://schemas.microsoft.com/office/drawing/2014/main" id="{B64FCFA4-F9B5-4E59-890F-1B1ED8BAB44F}"/>
              </a:ext>
            </a:extLst>
          </p:cNvPr>
          <p:cNvSpPr/>
          <p:nvPr/>
        </p:nvSpPr>
        <p:spPr>
          <a:xfrm>
            <a:off x="5558238" y="2432887"/>
            <a:ext cx="1538864" cy="229678"/>
          </a:xfrm>
          <a:prstGeom prst="rect">
            <a:avLst/>
          </a:prstGeom>
        </p:spPr>
        <p:txBody>
          <a:bodyPr wrap="square" lIns="0" rIns="0">
            <a:spAutoFit/>
          </a:bodyPr>
          <a:lstStyle/>
          <a:p>
            <a:pPr algn="ctr">
              <a:lnSpc>
                <a:spcPct val="85000"/>
              </a:lnSpc>
            </a:pPr>
            <a:r>
              <a:rPr lang="en-US" sz="1050" dirty="0">
                <a:latin typeface="GE SS Text Light" pitchFamily="18" charset="-78"/>
                <a:ea typeface="GE SS Text Light" pitchFamily="18" charset="-78"/>
                <a:cs typeface="GE SS Text Light" pitchFamily="18" charset="-78"/>
              </a:rPr>
              <a:t>Dashboard</a:t>
            </a:r>
          </a:p>
        </p:txBody>
      </p:sp>
    </p:spTree>
    <p:extLst>
      <p:ext uri="{BB962C8B-B14F-4D97-AF65-F5344CB8AC3E}">
        <p14:creationId xmlns:p14="http://schemas.microsoft.com/office/powerpoint/2010/main" val="2764029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150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250"/>
                                        <p:tgtEl>
                                          <p:spTgt spid="21"/>
                                        </p:tgtEl>
                                      </p:cBhvr>
                                    </p:animEffect>
                                  </p:childTnLst>
                                </p:cTn>
                              </p:par>
                              <p:par>
                                <p:cTn id="8" presetID="22" presetClass="entr" presetSubtype="1" fill="hold" nodeType="withEffect">
                                  <p:stCondLst>
                                    <p:cond delay="1500"/>
                                  </p:stCondLst>
                                  <p:childTnLst>
                                    <p:set>
                                      <p:cBhvr>
                                        <p:cTn id="9" dur="1" fill="hold">
                                          <p:stCondLst>
                                            <p:cond delay="0"/>
                                          </p:stCondLst>
                                        </p:cTn>
                                        <p:tgtEl>
                                          <p:spTgt spid="22"/>
                                        </p:tgtEl>
                                        <p:attrNameLst>
                                          <p:attrName>style.visibility</p:attrName>
                                        </p:attrNameLst>
                                      </p:cBhvr>
                                      <p:to>
                                        <p:strVal val="visible"/>
                                      </p:to>
                                    </p:set>
                                    <p:animEffect transition="in" filter="wipe(up)">
                                      <p:cBhvr>
                                        <p:cTn id="10" dur="250"/>
                                        <p:tgtEl>
                                          <p:spTgt spid="22"/>
                                        </p:tgtEl>
                                      </p:cBhvr>
                                    </p:animEffect>
                                  </p:childTnLst>
                                </p:cTn>
                              </p:par>
                              <p:par>
                                <p:cTn id="11" presetID="22" presetClass="entr" presetSubtype="1" fill="hold" nodeType="withEffect">
                                  <p:stCondLst>
                                    <p:cond delay="1500"/>
                                  </p:stCondLst>
                                  <p:childTnLst>
                                    <p:set>
                                      <p:cBhvr>
                                        <p:cTn id="12" dur="1" fill="hold">
                                          <p:stCondLst>
                                            <p:cond delay="0"/>
                                          </p:stCondLst>
                                        </p:cTn>
                                        <p:tgtEl>
                                          <p:spTgt spid="23"/>
                                        </p:tgtEl>
                                        <p:attrNameLst>
                                          <p:attrName>style.visibility</p:attrName>
                                        </p:attrNameLst>
                                      </p:cBhvr>
                                      <p:to>
                                        <p:strVal val="visible"/>
                                      </p:to>
                                    </p:set>
                                    <p:animEffect transition="in" filter="wipe(up)">
                                      <p:cBhvr>
                                        <p:cTn id="13" dur="250"/>
                                        <p:tgtEl>
                                          <p:spTgt spid="23"/>
                                        </p:tgtEl>
                                      </p:cBhvr>
                                    </p:animEffect>
                                  </p:childTnLst>
                                </p:cTn>
                              </p:par>
                              <p:par>
                                <p:cTn id="14" presetID="10" presetClass="entr" presetSubtype="0" fill="hold" grpId="0" nodeType="withEffect">
                                  <p:stCondLst>
                                    <p:cond delay="175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grpId="0" nodeType="withEffect">
                                  <p:stCondLst>
                                    <p:cond delay="175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175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22" presetClass="entr" presetSubtype="1" fill="hold" nodeType="withEffect">
                                  <p:stCondLst>
                                    <p:cond delay="1500"/>
                                  </p:stCondLst>
                                  <p:childTnLst>
                                    <p:set>
                                      <p:cBhvr>
                                        <p:cTn id="24" dur="1" fill="hold">
                                          <p:stCondLst>
                                            <p:cond delay="0"/>
                                          </p:stCondLst>
                                        </p:cTn>
                                        <p:tgtEl>
                                          <p:spTgt spid="53"/>
                                        </p:tgtEl>
                                        <p:attrNameLst>
                                          <p:attrName>style.visibility</p:attrName>
                                        </p:attrNameLst>
                                      </p:cBhvr>
                                      <p:to>
                                        <p:strVal val="visible"/>
                                      </p:to>
                                    </p:set>
                                    <p:animEffect transition="in" filter="wipe(up)">
                                      <p:cBhvr>
                                        <p:cTn id="25" dur="250"/>
                                        <p:tgtEl>
                                          <p:spTgt spid="53"/>
                                        </p:tgtEl>
                                      </p:cBhvr>
                                    </p:animEffect>
                                  </p:childTnLst>
                                </p:cTn>
                              </p:par>
                              <p:par>
                                <p:cTn id="26" presetID="10" presetClass="entr" presetSubtype="0" fill="hold" grpId="0" nodeType="withEffect">
                                  <p:stCondLst>
                                    <p:cond delay="1750"/>
                                  </p:stCondLst>
                                  <p:childTnLst>
                                    <p:set>
                                      <p:cBhvr>
                                        <p:cTn id="27" dur="1" fill="hold">
                                          <p:stCondLst>
                                            <p:cond delay="0"/>
                                          </p:stCondLst>
                                        </p:cTn>
                                        <p:tgtEl>
                                          <p:spTgt spid="59"/>
                                        </p:tgtEl>
                                        <p:attrNameLst>
                                          <p:attrName>style.visibility</p:attrName>
                                        </p:attrNameLst>
                                      </p:cBhvr>
                                      <p:to>
                                        <p:strVal val="visible"/>
                                      </p:to>
                                    </p:set>
                                    <p:animEffect transition="in" filter="fade">
                                      <p:cBhvr>
                                        <p:cTn id="28" dur="500"/>
                                        <p:tgtEl>
                                          <p:spTgt spid="59"/>
                                        </p:tgtEl>
                                      </p:cBhvr>
                                    </p:animEffect>
                                  </p:childTnLst>
                                </p:cTn>
                              </p:par>
                              <p:par>
                                <p:cTn id="29" presetID="10" presetClass="entr" presetSubtype="0" fill="hold" grpId="0" nodeType="withEffect">
                                  <p:stCondLst>
                                    <p:cond delay="1750"/>
                                  </p:stCondLst>
                                  <p:childTnLst>
                                    <p:set>
                                      <p:cBhvr>
                                        <p:cTn id="30" dur="1" fill="hold">
                                          <p:stCondLst>
                                            <p:cond delay="0"/>
                                          </p:stCondLst>
                                        </p:cTn>
                                        <p:tgtEl>
                                          <p:spTgt spid="60"/>
                                        </p:tgtEl>
                                        <p:attrNameLst>
                                          <p:attrName>style.visibility</p:attrName>
                                        </p:attrNameLst>
                                      </p:cBhvr>
                                      <p:to>
                                        <p:strVal val="visible"/>
                                      </p:to>
                                    </p:set>
                                    <p:animEffect transition="in" filter="fade">
                                      <p:cBhvr>
                                        <p:cTn id="31" dur="500"/>
                                        <p:tgtEl>
                                          <p:spTgt spid="60"/>
                                        </p:tgtEl>
                                      </p:cBhvr>
                                    </p:animEffect>
                                  </p:childTnLst>
                                </p:cTn>
                              </p:par>
                              <p:par>
                                <p:cTn id="32" presetID="10" presetClass="entr" presetSubtype="0" fill="hold" grpId="0" nodeType="withEffect">
                                  <p:stCondLst>
                                    <p:cond delay="1750"/>
                                  </p:stCondLst>
                                  <p:childTnLst>
                                    <p:set>
                                      <p:cBhvr>
                                        <p:cTn id="33" dur="1" fill="hold">
                                          <p:stCondLst>
                                            <p:cond delay="0"/>
                                          </p:stCondLst>
                                        </p:cTn>
                                        <p:tgtEl>
                                          <p:spTgt spid="61"/>
                                        </p:tgtEl>
                                        <p:attrNameLst>
                                          <p:attrName>style.visibility</p:attrName>
                                        </p:attrNameLst>
                                      </p:cBhvr>
                                      <p:to>
                                        <p:strVal val="visible"/>
                                      </p:to>
                                    </p:set>
                                    <p:animEffect transition="in" filter="fade">
                                      <p:cBhvr>
                                        <p:cTn id="34" dur="500"/>
                                        <p:tgtEl>
                                          <p:spTgt spid="61"/>
                                        </p:tgtEl>
                                      </p:cBhvr>
                                    </p:animEffect>
                                  </p:childTnLst>
                                </p:cTn>
                              </p:par>
                              <p:par>
                                <p:cTn id="35" presetID="10" presetClass="entr" presetSubtype="0" fill="hold" grpId="0" nodeType="withEffect">
                                  <p:stCondLst>
                                    <p:cond delay="1750"/>
                                  </p:stCondLst>
                                  <p:childTnLst>
                                    <p:set>
                                      <p:cBhvr>
                                        <p:cTn id="36" dur="1" fill="hold">
                                          <p:stCondLst>
                                            <p:cond delay="0"/>
                                          </p:stCondLst>
                                        </p:cTn>
                                        <p:tgtEl>
                                          <p:spTgt spid="62"/>
                                        </p:tgtEl>
                                        <p:attrNameLst>
                                          <p:attrName>style.visibility</p:attrName>
                                        </p:attrNameLst>
                                      </p:cBhvr>
                                      <p:to>
                                        <p:strVal val="visible"/>
                                      </p:to>
                                    </p:set>
                                    <p:animEffect transition="in" filter="fade">
                                      <p:cBhvr>
                                        <p:cTn id="3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59" grpId="0"/>
      <p:bldP spid="60" grpId="0"/>
      <p:bldP spid="61" grpId="0"/>
      <p:bldP spid="6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7" name="Picture 6">
            <a:extLst>
              <a:ext uri="{FF2B5EF4-FFF2-40B4-BE49-F238E27FC236}">
                <a16:creationId xmlns:a16="http://schemas.microsoft.com/office/drawing/2014/main" id="{98FF5CD6-28E5-4697-B04C-B2B3292ACFA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156176" y="1732971"/>
            <a:ext cx="2590215" cy="4614751"/>
          </a:xfrm>
          <a:prstGeom prst="rect">
            <a:avLst/>
          </a:prstGeom>
        </p:spPr>
      </p:pic>
      <p:sp>
        <p:nvSpPr>
          <p:cNvPr id="13" name="TextBox 12">
            <a:extLst>
              <a:ext uri="{FF2B5EF4-FFF2-40B4-BE49-F238E27FC236}">
                <a16:creationId xmlns:a16="http://schemas.microsoft.com/office/drawing/2014/main" id="{7180F786-6E47-4951-9469-C9231EA19224}"/>
              </a:ext>
            </a:extLst>
          </p:cNvPr>
          <p:cNvSpPr txBox="1"/>
          <p:nvPr/>
        </p:nvSpPr>
        <p:spPr>
          <a:xfrm>
            <a:off x="251520" y="1124744"/>
            <a:ext cx="4572000" cy="646331"/>
          </a:xfrm>
          <a:prstGeom prst="rect">
            <a:avLst/>
          </a:prstGeom>
          <a:noFill/>
        </p:spPr>
        <p:txBody>
          <a:bodyPr wrap="square">
            <a:spAutoFit/>
          </a:bodyPr>
          <a:lstStyle/>
          <a:p>
            <a:pPr algn="l">
              <a:lnSpc>
                <a:spcPct val="100000"/>
              </a:lnSpc>
            </a:pPr>
            <a:r>
              <a:rPr lang="en-US" sz="3600" b="0" i="0" u="none" strike="noStrike" dirty="0">
                <a:solidFill>
                  <a:schemeClr val="accent5">
                    <a:lumMod val="50000"/>
                  </a:schemeClr>
                </a:solidFill>
                <a:effectLst/>
                <a:latin typeface="Arial" panose="020B0604020202020204" pitchFamily="34" charset="0"/>
              </a:rPr>
              <a:t> beacon simulator</a:t>
            </a:r>
            <a:endParaRPr lang="en-US" sz="3600" dirty="0">
              <a:solidFill>
                <a:schemeClr val="accent5">
                  <a:lumMod val="50000"/>
                </a:schemeClr>
              </a:solidFill>
              <a:cs typeface="+mj-cs"/>
            </a:endParaRPr>
          </a:p>
        </p:txBody>
      </p:sp>
      <p:sp>
        <p:nvSpPr>
          <p:cNvPr id="20" name="Rectangle 12"/>
          <p:cNvSpPr/>
          <p:nvPr/>
        </p:nvSpPr>
        <p:spPr>
          <a:xfrm>
            <a:off x="2733" y="-1"/>
            <a:ext cx="9144000" cy="1762243"/>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5" name="Picture 4" descr="A screenshot of a social media post&#10;&#10;Description automatically generated">
            <a:extLst>
              <a:ext uri="{FF2B5EF4-FFF2-40B4-BE49-F238E27FC236}">
                <a16:creationId xmlns:a16="http://schemas.microsoft.com/office/drawing/2014/main" id="{08F9D808-75D9-41C9-A60F-CF3E63C331A5}"/>
              </a:ext>
            </a:extLst>
          </p:cNvPr>
          <p:cNvPicPr>
            <a:picLocks noChangeAspect="1"/>
          </p:cNvPicPr>
          <p:nvPr/>
        </p:nvPicPr>
        <p:blipFill rotWithShape="1">
          <a:blip r:embed="rId4">
            <a:extLst>
              <a:ext uri="{28A0092B-C50C-407E-A947-70E740481C1C}">
                <a14:useLocalDpi xmlns:a14="http://schemas.microsoft.com/office/drawing/2010/main" val="0"/>
              </a:ext>
            </a:extLst>
          </a:blip>
          <a:srcRect l="19246" r="14178" b="21114"/>
          <a:stretch/>
        </p:blipFill>
        <p:spPr>
          <a:xfrm>
            <a:off x="1610545" y="1836916"/>
            <a:ext cx="2754560" cy="4351812"/>
          </a:xfrm>
          <a:prstGeom prst="rect">
            <a:avLst/>
          </a:prstGeom>
        </p:spPr>
      </p:pic>
    </p:spTree>
    <p:extLst>
      <p:ext uri="{BB962C8B-B14F-4D97-AF65-F5344CB8AC3E}">
        <p14:creationId xmlns:p14="http://schemas.microsoft.com/office/powerpoint/2010/main" val="3299045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pic>
        <p:nvPicPr>
          <p:cNvPr id="7" name="Picture 6" descr="A picture containing clock, drawing&#10;&#10;Description automatically generated">
            <a:extLst>
              <a:ext uri="{FF2B5EF4-FFF2-40B4-BE49-F238E27FC236}">
                <a16:creationId xmlns:a16="http://schemas.microsoft.com/office/drawing/2014/main" id="{970536B1-63DF-42DE-9333-257C8A145A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6213" y="1106839"/>
            <a:ext cx="632349" cy="632349"/>
          </a:xfrm>
          <a:prstGeom prst="rect">
            <a:avLst/>
          </a:prstGeom>
        </p:spPr>
      </p:pic>
      <p:sp>
        <p:nvSpPr>
          <p:cNvPr id="15" name="Title 1"/>
          <p:cNvSpPr txBox="1">
            <a:spLocks/>
          </p:cNvSpPr>
          <p:nvPr/>
        </p:nvSpPr>
        <p:spPr>
          <a:xfrm>
            <a:off x="1089862" y="105273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Scanner</a:t>
            </a: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0" y="-801817"/>
            <a:ext cx="9144000" cy="2610225"/>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12" name="Picture 11" descr="A screenshot of a computer&#10;&#10;Description automatically generated">
            <a:extLst>
              <a:ext uri="{FF2B5EF4-FFF2-40B4-BE49-F238E27FC236}">
                <a16:creationId xmlns:a16="http://schemas.microsoft.com/office/drawing/2014/main" id="{F5F45D8A-108C-4527-BA01-F96BCFCDD558}"/>
              </a:ext>
            </a:extLst>
          </p:cNvPr>
          <p:cNvPicPr>
            <a:picLocks noChangeAspect="1"/>
          </p:cNvPicPr>
          <p:nvPr/>
        </p:nvPicPr>
        <p:blipFill rotWithShape="1">
          <a:blip r:embed="rId4">
            <a:extLst>
              <a:ext uri="{28A0092B-C50C-407E-A947-70E740481C1C}">
                <a14:useLocalDpi xmlns:a14="http://schemas.microsoft.com/office/drawing/2010/main" val="0"/>
              </a:ext>
            </a:extLst>
          </a:blip>
          <a:srcRect r="29439" b="37394"/>
          <a:stretch/>
        </p:blipFill>
        <p:spPr>
          <a:xfrm>
            <a:off x="662387" y="1889223"/>
            <a:ext cx="7927507" cy="4348089"/>
          </a:xfrm>
          <a:prstGeom prst="rect">
            <a:avLst/>
          </a:prstGeom>
        </p:spPr>
      </p:pic>
    </p:spTree>
    <p:extLst>
      <p:ext uri="{BB962C8B-B14F-4D97-AF65-F5344CB8AC3E}">
        <p14:creationId xmlns:p14="http://schemas.microsoft.com/office/powerpoint/2010/main" val="3499594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sp>
        <p:nvSpPr>
          <p:cNvPr id="15" name="Title 1"/>
          <p:cNvSpPr txBox="1">
            <a:spLocks/>
          </p:cNvSpPr>
          <p:nvPr/>
        </p:nvSpPr>
        <p:spPr>
          <a:xfrm>
            <a:off x="251520" y="99539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Scanner</a:t>
            </a: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0" y="-27384"/>
            <a:ext cx="9144000" cy="1854552"/>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5" name="Picture 4">
            <a:extLst>
              <a:ext uri="{FF2B5EF4-FFF2-40B4-BE49-F238E27FC236}">
                <a16:creationId xmlns:a16="http://schemas.microsoft.com/office/drawing/2014/main" id="{ED55A850-C405-4DF6-A697-4F4F674D2C0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60233" y="2356615"/>
            <a:ext cx="3816424" cy="2144769"/>
          </a:xfrm>
          <a:prstGeom prst="rect">
            <a:avLst/>
          </a:prstGeom>
        </p:spPr>
      </p:pic>
      <p:sp>
        <p:nvSpPr>
          <p:cNvPr id="13" name="TextBox 12">
            <a:extLst>
              <a:ext uri="{FF2B5EF4-FFF2-40B4-BE49-F238E27FC236}">
                <a16:creationId xmlns:a16="http://schemas.microsoft.com/office/drawing/2014/main" id="{71884C72-E5D3-41AA-9505-35B2E56F6642}"/>
              </a:ext>
            </a:extLst>
          </p:cNvPr>
          <p:cNvSpPr txBox="1"/>
          <p:nvPr/>
        </p:nvSpPr>
        <p:spPr>
          <a:xfrm>
            <a:off x="251520" y="2011488"/>
            <a:ext cx="4593770" cy="3539430"/>
          </a:xfrm>
          <a:prstGeom prst="rect">
            <a:avLst/>
          </a:prstGeom>
          <a:noFill/>
        </p:spPr>
        <p:txBody>
          <a:bodyPr wrap="square">
            <a:spAutoFit/>
          </a:bodyPr>
          <a:lstStyle/>
          <a:p>
            <a:pPr algn="just" rtl="0"/>
            <a:r>
              <a:rPr lang="en-GB" sz="2800" dirty="0"/>
              <a:t>this app has been used as a scanner for any the nearest beacon devices whatever it has been entered or exited and also it supports the MQTT Protocol in order to publish the to sever by different topic for entered and exited device </a:t>
            </a:r>
            <a:endParaRPr lang="ar-SA" sz="2800" dirty="0"/>
          </a:p>
        </p:txBody>
      </p:sp>
    </p:spTree>
    <p:extLst>
      <p:ext uri="{BB962C8B-B14F-4D97-AF65-F5344CB8AC3E}">
        <p14:creationId xmlns:p14="http://schemas.microsoft.com/office/powerpoint/2010/main" val="3340794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sp>
        <p:nvSpPr>
          <p:cNvPr id="15" name="Title 1"/>
          <p:cNvSpPr txBox="1">
            <a:spLocks/>
          </p:cNvSpPr>
          <p:nvPr/>
        </p:nvSpPr>
        <p:spPr>
          <a:xfrm>
            <a:off x="251520" y="99539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Scanner</a:t>
            </a: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8061" y="-1900"/>
            <a:ext cx="9144000" cy="1854552"/>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9" name="Picture 8" descr="A screenshot of a cell phone&#10;&#10;Description automatically generated">
            <a:extLst>
              <a:ext uri="{FF2B5EF4-FFF2-40B4-BE49-F238E27FC236}">
                <a16:creationId xmlns:a16="http://schemas.microsoft.com/office/drawing/2014/main" id="{6A3BEC95-48A5-4567-A228-5AF55B6D33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5725" y="2029381"/>
            <a:ext cx="2057175" cy="3506761"/>
          </a:xfrm>
          <a:prstGeom prst="rect">
            <a:avLst/>
          </a:prstGeom>
        </p:spPr>
      </p:pic>
      <p:pic>
        <p:nvPicPr>
          <p:cNvPr id="14" name="Picture 13" descr="A screenshot of a cell phone&#10;&#10;Description automatically generated">
            <a:extLst>
              <a:ext uri="{FF2B5EF4-FFF2-40B4-BE49-F238E27FC236}">
                <a16:creationId xmlns:a16="http://schemas.microsoft.com/office/drawing/2014/main" id="{9E0B2638-9569-4F67-B3AA-32B2443593A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157" y="2011488"/>
            <a:ext cx="2178133" cy="3712952"/>
          </a:xfrm>
          <a:prstGeom prst="rect">
            <a:avLst/>
          </a:prstGeom>
        </p:spPr>
      </p:pic>
      <p:pic>
        <p:nvPicPr>
          <p:cNvPr id="21" name="Picture 20" descr="A screenshot of a cell phone&#10;&#10;Description automatically generated">
            <a:extLst>
              <a:ext uri="{FF2B5EF4-FFF2-40B4-BE49-F238E27FC236}">
                <a16:creationId xmlns:a16="http://schemas.microsoft.com/office/drawing/2014/main" id="{CCB99583-5C40-4090-8DD6-1E52FC85C47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10335" y="2044145"/>
            <a:ext cx="1982209" cy="3506761"/>
          </a:xfrm>
          <a:prstGeom prst="rect">
            <a:avLst/>
          </a:prstGeom>
        </p:spPr>
      </p:pic>
      <p:sp>
        <p:nvSpPr>
          <p:cNvPr id="24" name="TextBox 23">
            <a:extLst>
              <a:ext uri="{FF2B5EF4-FFF2-40B4-BE49-F238E27FC236}">
                <a16:creationId xmlns:a16="http://schemas.microsoft.com/office/drawing/2014/main" id="{200872B4-36A6-4928-A7FA-9E493EFBE6CC}"/>
              </a:ext>
            </a:extLst>
          </p:cNvPr>
          <p:cNvSpPr txBox="1"/>
          <p:nvPr/>
        </p:nvSpPr>
        <p:spPr>
          <a:xfrm>
            <a:off x="3586851" y="5760613"/>
            <a:ext cx="2484854" cy="276999"/>
          </a:xfrm>
          <a:prstGeom prst="rect">
            <a:avLst/>
          </a:prstGeom>
          <a:noFill/>
        </p:spPr>
        <p:txBody>
          <a:bodyPr wrap="square" rtlCol="1">
            <a:spAutoFit/>
          </a:bodyPr>
          <a:lstStyle/>
          <a:p>
            <a:pPr algn="l" rtl="0"/>
            <a:r>
              <a:rPr lang="en-US" sz="1200" dirty="0"/>
              <a:t>Server configuration</a:t>
            </a:r>
            <a:endParaRPr lang="ar-SA" sz="1200" dirty="0"/>
          </a:p>
        </p:txBody>
      </p:sp>
      <p:sp>
        <p:nvSpPr>
          <p:cNvPr id="26" name="TextBox 25">
            <a:extLst>
              <a:ext uri="{FF2B5EF4-FFF2-40B4-BE49-F238E27FC236}">
                <a16:creationId xmlns:a16="http://schemas.microsoft.com/office/drawing/2014/main" id="{4627A1E4-E094-43A5-AEB0-71000BD78623}"/>
              </a:ext>
            </a:extLst>
          </p:cNvPr>
          <p:cNvSpPr txBox="1"/>
          <p:nvPr/>
        </p:nvSpPr>
        <p:spPr>
          <a:xfrm>
            <a:off x="6322891" y="5748197"/>
            <a:ext cx="2484854" cy="276999"/>
          </a:xfrm>
          <a:prstGeom prst="rect">
            <a:avLst/>
          </a:prstGeom>
          <a:noFill/>
        </p:spPr>
        <p:txBody>
          <a:bodyPr wrap="square" rtlCol="1">
            <a:spAutoFit/>
          </a:bodyPr>
          <a:lstStyle/>
          <a:p>
            <a:pPr algn="l" rtl="0"/>
            <a:r>
              <a:rPr lang="en-US" sz="1200" dirty="0"/>
              <a:t>Save the new beacon</a:t>
            </a:r>
            <a:endParaRPr lang="ar-SA" sz="1200" dirty="0"/>
          </a:p>
        </p:txBody>
      </p:sp>
      <p:sp>
        <p:nvSpPr>
          <p:cNvPr id="30" name="Left Brace 29">
            <a:extLst>
              <a:ext uri="{FF2B5EF4-FFF2-40B4-BE49-F238E27FC236}">
                <a16:creationId xmlns:a16="http://schemas.microsoft.com/office/drawing/2014/main" id="{84552EFC-D69C-423C-B10E-D6065B56E32B}"/>
              </a:ext>
            </a:extLst>
          </p:cNvPr>
          <p:cNvSpPr/>
          <p:nvPr/>
        </p:nvSpPr>
        <p:spPr>
          <a:xfrm>
            <a:off x="3347864" y="3152001"/>
            <a:ext cx="237861" cy="276999"/>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ar-SA"/>
          </a:p>
        </p:txBody>
      </p:sp>
      <p:sp>
        <p:nvSpPr>
          <p:cNvPr id="31" name="TextBox 30">
            <a:extLst>
              <a:ext uri="{FF2B5EF4-FFF2-40B4-BE49-F238E27FC236}">
                <a16:creationId xmlns:a16="http://schemas.microsoft.com/office/drawing/2014/main" id="{02174527-31E3-4EFC-A2C1-373FBF46BB4A}"/>
              </a:ext>
            </a:extLst>
          </p:cNvPr>
          <p:cNvSpPr txBox="1"/>
          <p:nvPr/>
        </p:nvSpPr>
        <p:spPr>
          <a:xfrm>
            <a:off x="2414234" y="3087821"/>
            <a:ext cx="1008112" cy="276999"/>
          </a:xfrm>
          <a:prstGeom prst="rect">
            <a:avLst/>
          </a:prstGeom>
          <a:noFill/>
        </p:spPr>
        <p:txBody>
          <a:bodyPr wrap="square" rtlCol="1">
            <a:spAutoFit/>
          </a:bodyPr>
          <a:lstStyle/>
          <a:p>
            <a:r>
              <a:rPr lang="en-US" sz="1200" dirty="0"/>
              <a:t>Topics</a:t>
            </a:r>
            <a:endParaRPr lang="ar-SA" sz="1200" dirty="0"/>
          </a:p>
        </p:txBody>
      </p:sp>
    </p:spTree>
    <p:extLst>
      <p:ext uri="{BB962C8B-B14F-4D97-AF65-F5344CB8AC3E}">
        <p14:creationId xmlns:p14="http://schemas.microsoft.com/office/powerpoint/2010/main" val="1266992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sp>
        <p:nvSpPr>
          <p:cNvPr id="15" name="Title 1"/>
          <p:cNvSpPr txBox="1">
            <a:spLocks/>
          </p:cNvSpPr>
          <p:nvPr/>
        </p:nvSpPr>
        <p:spPr>
          <a:xfrm>
            <a:off x="251520" y="99539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Scanner</a:t>
            </a: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0" y="-27384"/>
            <a:ext cx="9144000" cy="1854552"/>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6" name="Picture 5" descr="A screenshot of a cell phone&#10;&#10;Description automatically generated">
            <a:extLst>
              <a:ext uri="{FF2B5EF4-FFF2-40B4-BE49-F238E27FC236}">
                <a16:creationId xmlns:a16="http://schemas.microsoft.com/office/drawing/2014/main" id="{81E006CE-1D9A-453A-ABA6-1626705CAC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99217" y="2033491"/>
            <a:ext cx="1619137" cy="3506761"/>
          </a:xfrm>
          <a:prstGeom prst="rect">
            <a:avLst/>
          </a:prstGeom>
        </p:spPr>
      </p:pic>
      <p:pic>
        <p:nvPicPr>
          <p:cNvPr id="12" name="Picture 11" descr="A screenshot of a cell phone&#10;&#10;Description automatically generated">
            <a:extLst>
              <a:ext uri="{FF2B5EF4-FFF2-40B4-BE49-F238E27FC236}">
                <a16:creationId xmlns:a16="http://schemas.microsoft.com/office/drawing/2014/main" id="{93A0BBBA-7101-4A36-BF01-11DA4815D2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8041" y="2094838"/>
            <a:ext cx="2057175" cy="3506761"/>
          </a:xfrm>
          <a:prstGeom prst="rect">
            <a:avLst/>
          </a:prstGeom>
        </p:spPr>
      </p:pic>
      <p:pic>
        <p:nvPicPr>
          <p:cNvPr id="17" name="Picture 16" descr="A screenshot of a cell phone&#10;&#10;Description automatically generated">
            <a:extLst>
              <a:ext uri="{FF2B5EF4-FFF2-40B4-BE49-F238E27FC236}">
                <a16:creationId xmlns:a16="http://schemas.microsoft.com/office/drawing/2014/main" id="{2CB36918-57BC-49A2-AE44-B725D0BE5A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48240" y="2033490"/>
            <a:ext cx="1619137" cy="3506761"/>
          </a:xfrm>
          <a:prstGeom prst="rect">
            <a:avLst/>
          </a:prstGeom>
        </p:spPr>
      </p:pic>
      <p:pic>
        <p:nvPicPr>
          <p:cNvPr id="23" name="Picture 22" descr="A screenshot of a cell phone&#10;&#10;Description automatically generated">
            <a:extLst>
              <a:ext uri="{FF2B5EF4-FFF2-40B4-BE49-F238E27FC236}">
                <a16:creationId xmlns:a16="http://schemas.microsoft.com/office/drawing/2014/main" id="{F95123E5-33CB-4741-8681-4CBE79EA77D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87824" y="2094838"/>
            <a:ext cx="2057175" cy="3570716"/>
          </a:xfrm>
          <a:prstGeom prst="rect">
            <a:avLst/>
          </a:prstGeom>
        </p:spPr>
      </p:pic>
      <p:sp>
        <p:nvSpPr>
          <p:cNvPr id="2" name="TextBox 1">
            <a:extLst>
              <a:ext uri="{FF2B5EF4-FFF2-40B4-BE49-F238E27FC236}">
                <a16:creationId xmlns:a16="http://schemas.microsoft.com/office/drawing/2014/main" id="{1BA30AD4-080D-433A-9C67-2A1395A28E60}"/>
              </a:ext>
            </a:extLst>
          </p:cNvPr>
          <p:cNvSpPr txBox="1"/>
          <p:nvPr/>
        </p:nvSpPr>
        <p:spPr>
          <a:xfrm>
            <a:off x="827584" y="5816662"/>
            <a:ext cx="2484854" cy="276999"/>
          </a:xfrm>
          <a:prstGeom prst="rect">
            <a:avLst/>
          </a:prstGeom>
          <a:noFill/>
        </p:spPr>
        <p:txBody>
          <a:bodyPr wrap="square" rtlCol="1">
            <a:spAutoFit/>
          </a:bodyPr>
          <a:lstStyle/>
          <a:p>
            <a:pPr algn="l" rtl="0"/>
            <a:r>
              <a:rPr lang="en-US" sz="1200" dirty="0"/>
              <a:t>Saved beacon</a:t>
            </a:r>
            <a:endParaRPr lang="ar-SA" sz="1200" dirty="0"/>
          </a:p>
        </p:txBody>
      </p:sp>
      <p:sp>
        <p:nvSpPr>
          <p:cNvPr id="5" name="TextBox 4">
            <a:extLst>
              <a:ext uri="{FF2B5EF4-FFF2-40B4-BE49-F238E27FC236}">
                <a16:creationId xmlns:a16="http://schemas.microsoft.com/office/drawing/2014/main" id="{0A45CB96-60DD-465D-8A1D-7088576028F6}"/>
              </a:ext>
            </a:extLst>
          </p:cNvPr>
          <p:cNvSpPr txBox="1"/>
          <p:nvPr/>
        </p:nvSpPr>
        <p:spPr>
          <a:xfrm>
            <a:off x="3203848" y="5844045"/>
            <a:ext cx="2484854" cy="276999"/>
          </a:xfrm>
          <a:prstGeom prst="rect">
            <a:avLst/>
          </a:prstGeom>
          <a:noFill/>
        </p:spPr>
        <p:txBody>
          <a:bodyPr wrap="square" rtlCol="1">
            <a:spAutoFit/>
          </a:bodyPr>
          <a:lstStyle/>
          <a:p>
            <a:pPr algn="l" rtl="0"/>
            <a:r>
              <a:rPr lang="en-US" sz="1200" dirty="0"/>
              <a:t>Scan for saved and new beacon</a:t>
            </a:r>
            <a:endParaRPr lang="ar-SA" sz="1200" dirty="0"/>
          </a:p>
        </p:txBody>
      </p:sp>
      <p:sp>
        <p:nvSpPr>
          <p:cNvPr id="7" name="TextBox 6">
            <a:extLst>
              <a:ext uri="{FF2B5EF4-FFF2-40B4-BE49-F238E27FC236}">
                <a16:creationId xmlns:a16="http://schemas.microsoft.com/office/drawing/2014/main" id="{7AD0F065-D87C-43FF-A395-989A79B1C62B}"/>
              </a:ext>
            </a:extLst>
          </p:cNvPr>
          <p:cNvSpPr txBox="1"/>
          <p:nvPr/>
        </p:nvSpPr>
        <p:spPr>
          <a:xfrm>
            <a:off x="6228184" y="5783998"/>
            <a:ext cx="2484854" cy="461665"/>
          </a:xfrm>
          <a:prstGeom prst="rect">
            <a:avLst/>
          </a:prstGeom>
          <a:noFill/>
        </p:spPr>
        <p:txBody>
          <a:bodyPr wrap="square" rtlCol="1">
            <a:spAutoFit/>
          </a:bodyPr>
          <a:lstStyle/>
          <a:p>
            <a:pPr algn="l" rtl="0"/>
            <a:r>
              <a:rPr lang="en-US" sz="1200" dirty="0"/>
              <a:t>Entered and exited notifications</a:t>
            </a:r>
            <a:r>
              <a:rPr lang="en-US" sz="1200" dirty="0">
                <a:latin typeface="Arial" panose="020B0604020202020204" pitchFamily="34" charset="0"/>
              </a:rPr>
              <a:t> for only saved beacons</a:t>
            </a:r>
            <a:endParaRPr lang="ar-SA" sz="1200" dirty="0"/>
          </a:p>
        </p:txBody>
      </p:sp>
    </p:spTree>
    <p:extLst>
      <p:ext uri="{BB962C8B-B14F-4D97-AF65-F5344CB8AC3E}">
        <p14:creationId xmlns:p14="http://schemas.microsoft.com/office/powerpoint/2010/main" val="3283716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sp>
        <p:nvSpPr>
          <p:cNvPr id="15" name="Title 1"/>
          <p:cNvSpPr txBox="1">
            <a:spLocks/>
          </p:cNvSpPr>
          <p:nvPr/>
        </p:nvSpPr>
        <p:spPr>
          <a:xfrm>
            <a:off x="251520" y="99539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Scanner</a:t>
            </a: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0" y="-27384"/>
            <a:ext cx="9144000" cy="1854552"/>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8" name="Picture 7" descr="A screenshot of a computer&#10;&#10;Description automatically generated">
            <a:extLst>
              <a:ext uri="{FF2B5EF4-FFF2-40B4-BE49-F238E27FC236}">
                <a16:creationId xmlns:a16="http://schemas.microsoft.com/office/drawing/2014/main" id="{B5D19147-981D-46CF-B9A0-4BA4D16FDA6D}"/>
              </a:ext>
            </a:extLst>
          </p:cNvPr>
          <p:cNvPicPr>
            <a:picLocks noChangeAspect="1"/>
          </p:cNvPicPr>
          <p:nvPr/>
        </p:nvPicPr>
        <p:blipFill rotWithShape="1">
          <a:blip r:embed="rId3">
            <a:extLst>
              <a:ext uri="{28A0092B-C50C-407E-A947-70E740481C1C}">
                <a14:useLocalDpi xmlns:a14="http://schemas.microsoft.com/office/drawing/2010/main" val="0"/>
              </a:ext>
            </a:extLst>
          </a:blip>
          <a:srcRect l="25609" t="14847" r="26830" b="61293"/>
          <a:stretch/>
        </p:blipFill>
        <p:spPr>
          <a:xfrm>
            <a:off x="1403648" y="2780928"/>
            <a:ext cx="6575230" cy="1854552"/>
          </a:xfrm>
          <a:prstGeom prst="rect">
            <a:avLst/>
          </a:prstGeom>
        </p:spPr>
      </p:pic>
    </p:spTree>
    <p:extLst>
      <p:ext uri="{BB962C8B-B14F-4D97-AF65-F5344CB8AC3E}">
        <p14:creationId xmlns:p14="http://schemas.microsoft.com/office/powerpoint/2010/main" val="945436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sp>
        <p:nvSpPr>
          <p:cNvPr id="15" name="Title 1"/>
          <p:cNvSpPr txBox="1">
            <a:spLocks/>
          </p:cNvSpPr>
          <p:nvPr/>
        </p:nvSpPr>
        <p:spPr>
          <a:xfrm>
            <a:off x="251520" y="99539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Scanner</a:t>
            </a: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0" y="-27384"/>
            <a:ext cx="9144000" cy="1854552"/>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9" name="Picture 8" descr="A screenshot of a computer&#10;&#10;Description automatically generated">
            <a:extLst>
              <a:ext uri="{FF2B5EF4-FFF2-40B4-BE49-F238E27FC236}">
                <a16:creationId xmlns:a16="http://schemas.microsoft.com/office/drawing/2014/main" id="{8FEAF04E-92CB-4B6F-B394-7BEC4B7693FC}"/>
              </a:ext>
            </a:extLst>
          </p:cNvPr>
          <p:cNvPicPr>
            <a:picLocks noChangeAspect="1"/>
          </p:cNvPicPr>
          <p:nvPr/>
        </p:nvPicPr>
        <p:blipFill rotWithShape="1">
          <a:blip r:embed="rId3">
            <a:extLst>
              <a:ext uri="{28A0092B-C50C-407E-A947-70E740481C1C}">
                <a14:useLocalDpi xmlns:a14="http://schemas.microsoft.com/office/drawing/2010/main" val="0"/>
              </a:ext>
            </a:extLst>
          </a:blip>
          <a:srcRect l="25987" t="16913" r="25976" b="59922"/>
          <a:stretch/>
        </p:blipFill>
        <p:spPr>
          <a:xfrm>
            <a:off x="1151897" y="2852936"/>
            <a:ext cx="6840206" cy="1854552"/>
          </a:xfrm>
          <a:prstGeom prst="rect">
            <a:avLst/>
          </a:prstGeom>
        </p:spPr>
      </p:pic>
    </p:spTree>
    <p:extLst>
      <p:ext uri="{BB962C8B-B14F-4D97-AF65-F5344CB8AC3E}">
        <p14:creationId xmlns:p14="http://schemas.microsoft.com/office/powerpoint/2010/main" val="26450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sp>
        <p:nvSpPr>
          <p:cNvPr id="15" name="Title 1"/>
          <p:cNvSpPr txBox="1">
            <a:spLocks/>
          </p:cNvSpPr>
          <p:nvPr/>
        </p:nvSpPr>
        <p:spPr>
          <a:xfrm>
            <a:off x="251520" y="99539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Server</a:t>
            </a: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0" y="-27385"/>
            <a:ext cx="9144000" cy="1789619"/>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1026" name="Picture 2">
            <a:extLst>
              <a:ext uri="{FF2B5EF4-FFF2-40B4-BE49-F238E27FC236}">
                <a16:creationId xmlns:a16="http://schemas.microsoft.com/office/drawing/2014/main" id="{1BA32EF4-A171-4858-9269-FFC19D2230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6" y="2492896"/>
            <a:ext cx="2798440" cy="27984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C78F397-BF88-45C6-BB41-ECF03BC9E542}"/>
              </a:ext>
            </a:extLst>
          </p:cNvPr>
          <p:cNvSpPr txBox="1"/>
          <p:nvPr/>
        </p:nvSpPr>
        <p:spPr>
          <a:xfrm>
            <a:off x="611560" y="2636912"/>
            <a:ext cx="3600400" cy="2585323"/>
          </a:xfrm>
          <a:prstGeom prst="rect">
            <a:avLst/>
          </a:prstGeom>
          <a:noFill/>
        </p:spPr>
        <p:txBody>
          <a:bodyPr wrap="square" rtlCol="1">
            <a:spAutoFit/>
          </a:bodyPr>
          <a:lstStyle/>
          <a:p>
            <a:pPr algn="l" rtl="0"/>
            <a:r>
              <a:rPr lang="en-US" dirty="0"/>
              <a:t>Used for create the server part of project with Aedes MQTT broker that can used with localhost To subscribe for entered and exited topics. Also used to store and represent the information in MySQL database and Dashboard.</a:t>
            </a:r>
          </a:p>
          <a:p>
            <a:pPr algn="l" rtl="0"/>
            <a:endParaRPr lang="en-US" dirty="0"/>
          </a:p>
          <a:p>
            <a:pPr algn="l" rtl="0"/>
            <a:endParaRPr lang="ar-SA" dirty="0"/>
          </a:p>
        </p:txBody>
      </p:sp>
    </p:spTree>
    <p:extLst>
      <p:ext uri="{BB962C8B-B14F-4D97-AF65-F5344CB8AC3E}">
        <p14:creationId xmlns:p14="http://schemas.microsoft.com/office/powerpoint/2010/main" val="3572045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sp>
        <p:nvSpPr>
          <p:cNvPr id="15" name="Title 1"/>
          <p:cNvSpPr txBox="1">
            <a:spLocks/>
          </p:cNvSpPr>
          <p:nvPr/>
        </p:nvSpPr>
        <p:spPr>
          <a:xfrm>
            <a:off x="251520" y="99539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Server</a:t>
            </a: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0" y="-27385"/>
            <a:ext cx="9144000" cy="1789619"/>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5" name="Picture 4" descr="A screenshot of a computer&#10;&#10;Description automatically generated">
            <a:extLst>
              <a:ext uri="{FF2B5EF4-FFF2-40B4-BE49-F238E27FC236}">
                <a16:creationId xmlns:a16="http://schemas.microsoft.com/office/drawing/2014/main" id="{EF3FA4E7-2AC6-46E7-BF13-E0608C7E3151}"/>
              </a:ext>
            </a:extLst>
          </p:cNvPr>
          <p:cNvPicPr>
            <a:picLocks noChangeAspect="1"/>
          </p:cNvPicPr>
          <p:nvPr/>
        </p:nvPicPr>
        <p:blipFill rotWithShape="1">
          <a:blip r:embed="rId3">
            <a:extLst>
              <a:ext uri="{28A0092B-C50C-407E-A947-70E740481C1C}">
                <a14:useLocalDpi xmlns:a14="http://schemas.microsoft.com/office/drawing/2010/main" val="0"/>
              </a:ext>
            </a:extLst>
          </a:blip>
          <a:srcRect l="8890" t="21724" r="32000" b="18048"/>
          <a:stretch/>
        </p:blipFill>
        <p:spPr>
          <a:xfrm>
            <a:off x="3131840" y="2146638"/>
            <a:ext cx="5580112" cy="3422816"/>
          </a:xfrm>
          <a:prstGeom prst="rect">
            <a:avLst/>
          </a:prstGeom>
        </p:spPr>
      </p:pic>
      <p:sp>
        <p:nvSpPr>
          <p:cNvPr id="6" name="TextBox 5">
            <a:extLst>
              <a:ext uri="{FF2B5EF4-FFF2-40B4-BE49-F238E27FC236}">
                <a16:creationId xmlns:a16="http://schemas.microsoft.com/office/drawing/2014/main" id="{06A6CF2B-2DF0-4889-8BA8-13F433F6CB9F}"/>
              </a:ext>
            </a:extLst>
          </p:cNvPr>
          <p:cNvSpPr txBox="1"/>
          <p:nvPr/>
        </p:nvSpPr>
        <p:spPr>
          <a:xfrm>
            <a:off x="0" y="2117367"/>
            <a:ext cx="3384376" cy="1200329"/>
          </a:xfrm>
          <a:prstGeom prst="rect">
            <a:avLst/>
          </a:prstGeom>
          <a:noFill/>
        </p:spPr>
        <p:txBody>
          <a:bodyPr wrap="square" rtlCol="1">
            <a:spAutoFit/>
          </a:bodyPr>
          <a:lstStyle/>
          <a:p>
            <a:pPr algn="l"/>
            <a:r>
              <a:rPr lang="en-US" dirty="0"/>
              <a:t>Subscribe virtual beacon form MQTT broker and use two other fake beacon.</a:t>
            </a:r>
            <a:endParaRPr lang="ar-SA" dirty="0"/>
          </a:p>
          <a:p>
            <a:pPr algn="l"/>
            <a:endParaRPr lang="ar-SA" dirty="0"/>
          </a:p>
        </p:txBody>
      </p:sp>
    </p:spTree>
    <p:extLst>
      <p:ext uri="{BB962C8B-B14F-4D97-AF65-F5344CB8AC3E}">
        <p14:creationId xmlns:p14="http://schemas.microsoft.com/office/powerpoint/2010/main" val="226482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sp>
        <p:nvSpPr>
          <p:cNvPr id="15" name="Title 1"/>
          <p:cNvSpPr txBox="1">
            <a:spLocks/>
          </p:cNvSpPr>
          <p:nvPr/>
        </p:nvSpPr>
        <p:spPr>
          <a:xfrm>
            <a:off x="251520" y="99539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Server</a:t>
            </a: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0" y="-27385"/>
            <a:ext cx="9144000" cy="1789619"/>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5" name="Picture 4">
            <a:extLst>
              <a:ext uri="{FF2B5EF4-FFF2-40B4-BE49-F238E27FC236}">
                <a16:creationId xmlns:a16="http://schemas.microsoft.com/office/drawing/2014/main" id="{EF3FA4E7-2AC6-46E7-BF13-E0608C7E3151}"/>
              </a:ext>
            </a:extLst>
          </p:cNvPr>
          <p:cNvPicPr>
            <a:picLocks noChangeAspect="1"/>
          </p:cNvPicPr>
          <p:nvPr/>
        </p:nvPicPr>
        <p:blipFill rotWithShape="1">
          <a:blip r:embed="rId3">
            <a:extLst>
              <a:ext uri="{28A0092B-C50C-407E-A947-70E740481C1C}">
                <a14:useLocalDpi xmlns:a14="http://schemas.microsoft.com/office/drawing/2010/main" val="0"/>
              </a:ext>
            </a:extLst>
          </a:blip>
          <a:srcRect l="9034" t="31079" r="2743" b="37288"/>
          <a:stretch/>
        </p:blipFill>
        <p:spPr>
          <a:xfrm>
            <a:off x="1610798" y="2973879"/>
            <a:ext cx="6048672" cy="1219351"/>
          </a:xfrm>
          <a:prstGeom prst="rect">
            <a:avLst/>
          </a:prstGeom>
        </p:spPr>
      </p:pic>
      <p:sp>
        <p:nvSpPr>
          <p:cNvPr id="6" name="TextBox 5">
            <a:extLst>
              <a:ext uri="{FF2B5EF4-FFF2-40B4-BE49-F238E27FC236}">
                <a16:creationId xmlns:a16="http://schemas.microsoft.com/office/drawing/2014/main" id="{06A6CF2B-2DF0-4889-8BA8-13F433F6CB9F}"/>
              </a:ext>
            </a:extLst>
          </p:cNvPr>
          <p:cNvSpPr txBox="1"/>
          <p:nvPr/>
        </p:nvSpPr>
        <p:spPr>
          <a:xfrm>
            <a:off x="665820" y="2072739"/>
            <a:ext cx="7938628" cy="646331"/>
          </a:xfrm>
          <a:prstGeom prst="rect">
            <a:avLst/>
          </a:prstGeom>
          <a:noFill/>
        </p:spPr>
        <p:txBody>
          <a:bodyPr wrap="square" rtlCol="1">
            <a:spAutoFit/>
          </a:bodyPr>
          <a:lstStyle/>
          <a:p>
            <a:pPr algn="l"/>
            <a:r>
              <a:rPr lang="en-US" dirty="0"/>
              <a:t>Subscribe virtual beacon by MQTT broker and inject two other fake beacon in order to increase the number of devices.</a:t>
            </a:r>
            <a:endParaRPr lang="ar-SA" dirty="0"/>
          </a:p>
        </p:txBody>
      </p:sp>
      <p:sp>
        <p:nvSpPr>
          <p:cNvPr id="8" name="TextBox 7">
            <a:extLst>
              <a:ext uri="{FF2B5EF4-FFF2-40B4-BE49-F238E27FC236}">
                <a16:creationId xmlns:a16="http://schemas.microsoft.com/office/drawing/2014/main" id="{F0D96EF7-D686-40EF-B786-B438E0A910D2}"/>
              </a:ext>
            </a:extLst>
          </p:cNvPr>
          <p:cNvSpPr txBox="1"/>
          <p:nvPr/>
        </p:nvSpPr>
        <p:spPr>
          <a:xfrm>
            <a:off x="1907704" y="4220613"/>
            <a:ext cx="1849941" cy="276999"/>
          </a:xfrm>
          <a:prstGeom prst="rect">
            <a:avLst/>
          </a:prstGeom>
          <a:noFill/>
        </p:spPr>
        <p:txBody>
          <a:bodyPr wrap="square" rtlCol="1">
            <a:spAutoFit/>
          </a:bodyPr>
          <a:lstStyle/>
          <a:p>
            <a:pPr algn="l"/>
            <a:r>
              <a:rPr lang="en-US" sz="1200" dirty="0"/>
              <a:t>fake beacon with fake </a:t>
            </a:r>
            <a:r>
              <a:rPr lang="en-US" sz="1200" dirty="0" err="1"/>
              <a:t>uuid</a:t>
            </a:r>
            <a:endParaRPr lang="ar-SA" sz="1200" dirty="0"/>
          </a:p>
        </p:txBody>
      </p:sp>
    </p:spTree>
    <p:extLst>
      <p:ext uri="{BB962C8B-B14F-4D97-AF65-F5344CB8AC3E}">
        <p14:creationId xmlns:p14="http://schemas.microsoft.com/office/powerpoint/2010/main" val="3031523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sp>
        <p:nvSpPr>
          <p:cNvPr id="15" name="Title 1"/>
          <p:cNvSpPr txBox="1">
            <a:spLocks/>
          </p:cNvSpPr>
          <p:nvPr/>
        </p:nvSpPr>
        <p:spPr>
          <a:xfrm>
            <a:off x="251520" y="99539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Server</a:t>
            </a: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0" y="-27385"/>
            <a:ext cx="9144000" cy="1789619"/>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6" name="Picture 5">
            <a:extLst>
              <a:ext uri="{FF2B5EF4-FFF2-40B4-BE49-F238E27FC236}">
                <a16:creationId xmlns:a16="http://schemas.microsoft.com/office/drawing/2014/main" id="{FD2D4D80-A20D-4224-8C65-4543C71C067E}"/>
              </a:ext>
            </a:extLst>
          </p:cNvPr>
          <p:cNvPicPr>
            <a:picLocks noChangeAspect="1"/>
          </p:cNvPicPr>
          <p:nvPr/>
        </p:nvPicPr>
        <p:blipFill rotWithShape="1">
          <a:blip r:embed="rId3">
            <a:extLst>
              <a:ext uri="{28A0092B-C50C-407E-A947-70E740481C1C}">
                <a14:useLocalDpi xmlns:a14="http://schemas.microsoft.com/office/drawing/2010/main" val="0"/>
              </a:ext>
            </a:extLst>
          </a:blip>
          <a:srcRect t="17379" r="32259" b="11155"/>
          <a:stretch/>
        </p:blipFill>
        <p:spPr>
          <a:xfrm>
            <a:off x="1225065" y="1997052"/>
            <a:ext cx="7117105" cy="4221457"/>
          </a:xfrm>
          <a:prstGeom prst="rect">
            <a:avLst/>
          </a:prstGeom>
        </p:spPr>
      </p:pic>
    </p:spTree>
    <p:extLst>
      <p:ext uri="{BB962C8B-B14F-4D97-AF65-F5344CB8AC3E}">
        <p14:creationId xmlns:p14="http://schemas.microsoft.com/office/powerpoint/2010/main" val="1388787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sp>
        <p:nvSpPr>
          <p:cNvPr id="15" name="Title 1"/>
          <p:cNvSpPr txBox="1">
            <a:spLocks/>
          </p:cNvSpPr>
          <p:nvPr/>
        </p:nvSpPr>
        <p:spPr>
          <a:xfrm>
            <a:off x="251520" y="99539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Server </a:t>
            </a:r>
            <a:r>
              <a:rPr lang="en-US" sz="2400" dirty="0">
                <a:solidFill>
                  <a:schemeClr val="tx1">
                    <a:lumMod val="95000"/>
                    <a:lumOff val="5000"/>
                  </a:schemeClr>
                </a:solidFill>
                <a:cs typeface="+mj-cs"/>
              </a:rPr>
              <a:t>Database</a:t>
            </a:r>
            <a:endParaRPr lang="en-US" dirty="0">
              <a:solidFill>
                <a:schemeClr val="tx1">
                  <a:lumMod val="95000"/>
                  <a:lumOff val="5000"/>
                </a:schemeClr>
              </a:solidFill>
              <a:cs typeface="+mj-cs"/>
            </a:endParaRP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0" y="-27385"/>
            <a:ext cx="9144000" cy="1789619"/>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8" name="Picture 7" descr="A screenshot of a computer&#10;&#10;Description automatically generated">
            <a:extLst>
              <a:ext uri="{FF2B5EF4-FFF2-40B4-BE49-F238E27FC236}">
                <a16:creationId xmlns:a16="http://schemas.microsoft.com/office/drawing/2014/main" id="{BA37EDB0-ED52-496A-9C93-132CCC17430B}"/>
              </a:ext>
            </a:extLst>
          </p:cNvPr>
          <p:cNvPicPr>
            <a:picLocks noChangeAspect="1"/>
          </p:cNvPicPr>
          <p:nvPr/>
        </p:nvPicPr>
        <p:blipFill rotWithShape="1">
          <a:blip r:embed="rId3">
            <a:extLst>
              <a:ext uri="{28A0092B-C50C-407E-A947-70E740481C1C}">
                <a14:useLocalDpi xmlns:a14="http://schemas.microsoft.com/office/drawing/2010/main" val="0"/>
              </a:ext>
            </a:extLst>
          </a:blip>
          <a:srcRect l="17284" t="6026" r="37907" b="5250"/>
          <a:stretch/>
        </p:blipFill>
        <p:spPr>
          <a:xfrm>
            <a:off x="5076056" y="2190254"/>
            <a:ext cx="3816424" cy="2909521"/>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F2E83616-D5F3-488A-9A49-E6BA51EBC6DD}"/>
              </a:ext>
            </a:extLst>
          </p:cNvPr>
          <p:cNvPicPr>
            <a:picLocks noChangeAspect="1"/>
          </p:cNvPicPr>
          <p:nvPr/>
        </p:nvPicPr>
        <p:blipFill rotWithShape="1">
          <a:blip r:embed="rId4">
            <a:extLst>
              <a:ext uri="{28A0092B-C50C-407E-A947-70E740481C1C}">
                <a14:useLocalDpi xmlns:a14="http://schemas.microsoft.com/office/drawing/2010/main" val="0"/>
              </a:ext>
            </a:extLst>
          </a:blip>
          <a:srcRect l="18101" t="17579" r="38718" b="54202"/>
          <a:stretch/>
        </p:blipFill>
        <p:spPr>
          <a:xfrm>
            <a:off x="683568" y="2931484"/>
            <a:ext cx="4032447" cy="1450742"/>
          </a:xfrm>
          <a:prstGeom prst="rect">
            <a:avLst/>
          </a:prstGeom>
        </p:spPr>
      </p:pic>
      <p:sp>
        <p:nvSpPr>
          <p:cNvPr id="12" name="TextBox 11">
            <a:extLst>
              <a:ext uri="{FF2B5EF4-FFF2-40B4-BE49-F238E27FC236}">
                <a16:creationId xmlns:a16="http://schemas.microsoft.com/office/drawing/2014/main" id="{34DD93EA-8BCE-46CE-92C8-EDC0B37582E7}"/>
              </a:ext>
            </a:extLst>
          </p:cNvPr>
          <p:cNvSpPr txBox="1"/>
          <p:nvPr/>
        </p:nvSpPr>
        <p:spPr>
          <a:xfrm>
            <a:off x="844134" y="4555204"/>
            <a:ext cx="3600400" cy="276999"/>
          </a:xfrm>
          <a:prstGeom prst="rect">
            <a:avLst/>
          </a:prstGeom>
          <a:noFill/>
        </p:spPr>
        <p:txBody>
          <a:bodyPr wrap="square" rtlCol="1">
            <a:spAutoFit/>
          </a:bodyPr>
          <a:lstStyle/>
          <a:p>
            <a:pPr algn="l" rtl="0"/>
            <a:r>
              <a:rPr lang="en-US" sz="1200" dirty="0"/>
              <a:t>Store the new room and new beacon device</a:t>
            </a:r>
            <a:endParaRPr lang="ar-SA" sz="1200" dirty="0"/>
          </a:p>
        </p:txBody>
      </p:sp>
      <p:sp>
        <p:nvSpPr>
          <p:cNvPr id="13" name="TextBox 12">
            <a:extLst>
              <a:ext uri="{FF2B5EF4-FFF2-40B4-BE49-F238E27FC236}">
                <a16:creationId xmlns:a16="http://schemas.microsoft.com/office/drawing/2014/main" id="{8F4CF146-EE67-4D99-A4E8-EB8B4447FCAE}"/>
              </a:ext>
            </a:extLst>
          </p:cNvPr>
          <p:cNvSpPr txBox="1"/>
          <p:nvPr/>
        </p:nvSpPr>
        <p:spPr>
          <a:xfrm>
            <a:off x="5336468" y="5357029"/>
            <a:ext cx="3600400" cy="461665"/>
          </a:xfrm>
          <a:prstGeom prst="rect">
            <a:avLst/>
          </a:prstGeom>
          <a:noFill/>
        </p:spPr>
        <p:txBody>
          <a:bodyPr wrap="square" rtlCol="1">
            <a:spAutoFit/>
          </a:bodyPr>
          <a:lstStyle/>
          <a:p>
            <a:pPr algn="l" rtl="0"/>
            <a:r>
              <a:rPr lang="en-US" sz="1200" dirty="0"/>
              <a:t>Tracking the table for Tracking the entered and exited beacon </a:t>
            </a:r>
            <a:endParaRPr lang="ar-SA" sz="1200" dirty="0"/>
          </a:p>
        </p:txBody>
      </p:sp>
    </p:spTree>
    <p:extLst>
      <p:ext uri="{BB962C8B-B14F-4D97-AF65-F5344CB8AC3E}">
        <p14:creationId xmlns:p14="http://schemas.microsoft.com/office/powerpoint/2010/main" val="1019887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sp>
        <p:nvSpPr>
          <p:cNvPr id="15" name="Title 1"/>
          <p:cNvSpPr txBox="1">
            <a:spLocks/>
          </p:cNvSpPr>
          <p:nvPr/>
        </p:nvSpPr>
        <p:spPr>
          <a:xfrm>
            <a:off x="251520" y="99539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Server </a:t>
            </a:r>
            <a:r>
              <a:rPr lang="en-US" sz="2400" dirty="0"/>
              <a:t>Dashboard</a:t>
            </a:r>
            <a:endParaRPr lang="ar-SA" dirty="0"/>
          </a:p>
          <a:p>
            <a:pPr algn="l">
              <a:lnSpc>
                <a:spcPct val="100000"/>
              </a:lnSpc>
            </a:pPr>
            <a:endParaRPr lang="en-US" dirty="0">
              <a:solidFill>
                <a:schemeClr val="tx1">
                  <a:lumMod val="95000"/>
                  <a:lumOff val="5000"/>
                </a:schemeClr>
              </a:solidFill>
              <a:cs typeface="+mj-cs"/>
            </a:endParaRP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3296" y="-122138"/>
            <a:ext cx="9144000" cy="1884369"/>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453337"/>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5" name="Picture 4" descr="A screenshot of a social media post&#10;&#10;Description automatically generated">
            <a:extLst>
              <a:ext uri="{FF2B5EF4-FFF2-40B4-BE49-F238E27FC236}">
                <a16:creationId xmlns:a16="http://schemas.microsoft.com/office/drawing/2014/main" id="{4DCF9A7B-3E2C-4330-A2D2-E763196C4A82}"/>
              </a:ext>
            </a:extLst>
          </p:cNvPr>
          <p:cNvPicPr>
            <a:picLocks noChangeAspect="1"/>
          </p:cNvPicPr>
          <p:nvPr/>
        </p:nvPicPr>
        <p:blipFill rotWithShape="1">
          <a:blip r:embed="rId3">
            <a:extLst>
              <a:ext uri="{28A0092B-C50C-407E-A947-70E740481C1C}">
                <a14:useLocalDpi xmlns:a14="http://schemas.microsoft.com/office/drawing/2010/main" val="0"/>
              </a:ext>
            </a:extLst>
          </a:blip>
          <a:srcRect t="9381" b="5798"/>
          <a:stretch/>
        </p:blipFill>
        <p:spPr>
          <a:xfrm>
            <a:off x="859668" y="1969220"/>
            <a:ext cx="7624435" cy="3635957"/>
          </a:xfrm>
          <a:prstGeom prst="rect">
            <a:avLst/>
          </a:prstGeom>
        </p:spPr>
      </p:pic>
    </p:spTree>
    <p:extLst>
      <p:ext uri="{BB962C8B-B14F-4D97-AF65-F5344CB8AC3E}">
        <p14:creationId xmlns:p14="http://schemas.microsoft.com/office/powerpoint/2010/main" val="2928573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20" t="26198" r="-20" b="27492"/>
          <a:stretch/>
        </p:blipFill>
        <p:spPr>
          <a:xfrm>
            <a:off x="0" y="0"/>
            <a:ext cx="9144000" cy="914083"/>
          </a:xfrm>
        </p:spPr>
      </p:pic>
      <p:sp>
        <p:nvSpPr>
          <p:cNvPr id="15" name="Title 1"/>
          <p:cNvSpPr txBox="1">
            <a:spLocks/>
          </p:cNvSpPr>
          <p:nvPr/>
        </p:nvSpPr>
        <p:spPr>
          <a:xfrm>
            <a:off x="251520" y="995396"/>
            <a:ext cx="8090650" cy="582526"/>
          </a:xfrm>
          <a:prstGeom prst="rect">
            <a:avLst/>
          </a:prstGeom>
        </p:spPr>
        <p:txBody>
          <a:bodyPr/>
          <a:lstStyle>
            <a:lvl1pPr algn="ctr" defTabSz="914400" rtl="0" eaLnBrk="1" latinLnBrk="0" hangingPunct="1">
              <a:lnSpc>
                <a:spcPct val="90000"/>
              </a:lnSpc>
              <a:spcBef>
                <a:spcPct val="0"/>
              </a:spcBef>
              <a:buNone/>
              <a:defRPr sz="4800" b="0" i="0" kern="1200">
                <a:solidFill>
                  <a:schemeClr val="tx1"/>
                </a:solidFill>
                <a:latin typeface="SF UI Display Thin" charset="0"/>
                <a:ea typeface="SF UI Display Thin" charset="0"/>
                <a:cs typeface="SF UI Display Thin" charset="0"/>
              </a:defRPr>
            </a:lvl1pPr>
          </a:lstStyle>
          <a:p>
            <a:pPr algn="l">
              <a:lnSpc>
                <a:spcPct val="100000"/>
              </a:lnSpc>
            </a:pPr>
            <a:r>
              <a:rPr lang="en-US" dirty="0">
                <a:solidFill>
                  <a:schemeClr val="tx1">
                    <a:lumMod val="95000"/>
                    <a:lumOff val="5000"/>
                  </a:schemeClr>
                </a:solidFill>
                <a:cs typeface="+mj-cs"/>
              </a:rPr>
              <a:t>Server </a:t>
            </a:r>
            <a:r>
              <a:rPr lang="en-US" sz="2400" dirty="0"/>
              <a:t>Dashboard</a:t>
            </a:r>
            <a:endParaRPr lang="ar-SA" dirty="0"/>
          </a:p>
          <a:p>
            <a:pPr algn="l">
              <a:lnSpc>
                <a:spcPct val="100000"/>
              </a:lnSpc>
            </a:pPr>
            <a:endParaRPr lang="en-US" dirty="0">
              <a:solidFill>
                <a:schemeClr val="tx1">
                  <a:lumMod val="95000"/>
                  <a:lumOff val="5000"/>
                </a:schemeClr>
              </a:solidFill>
              <a:cs typeface="+mj-cs"/>
            </a:endParaRPr>
          </a:p>
        </p:txBody>
      </p:sp>
      <p:cxnSp>
        <p:nvCxnSpPr>
          <p:cNvPr id="19" name="Straight Connector 5"/>
          <p:cNvCxnSpPr/>
          <p:nvPr/>
        </p:nvCxnSpPr>
        <p:spPr>
          <a:xfrm>
            <a:off x="251520" y="1762242"/>
            <a:ext cx="115212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0" name="Rectangle 12"/>
          <p:cNvSpPr/>
          <p:nvPr/>
        </p:nvSpPr>
        <p:spPr>
          <a:xfrm>
            <a:off x="0" y="0"/>
            <a:ext cx="9144000" cy="1884369"/>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مستطيل 3"/>
          <p:cNvSpPr/>
          <p:nvPr/>
        </p:nvSpPr>
        <p:spPr>
          <a:xfrm>
            <a:off x="0" y="6480720"/>
            <a:ext cx="9144000" cy="404664"/>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a:p>
        </p:txBody>
      </p:sp>
      <p:sp>
        <p:nvSpPr>
          <p:cNvPr id="11" name="Rectangle 12"/>
          <p:cNvSpPr/>
          <p:nvPr/>
        </p:nvSpPr>
        <p:spPr>
          <a:xfrm>
            <a:off x="0" y="6358594"/>
            <a:ext cx="9144000" cy="432048"/>
          </a:xfrm>
          <a:prstGeom prst="rect">
            <a:avLst/>
          </a:prstGeom>
          <a:solidFill>
            <a:srgbClr val="FE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pic>
        <p:nvPicPr>
          <p:cNvPr id="5" name="Picture 4">
            <a:extLst>
              <a:ext uri="{FF2B5EF4-FFF2-40B4-BE49-F238E27FC236}">
                <a16:creationId xmlns:a16="http://schemas.microsoft.com/office/drawing/2014/main" id="{4DCF9A7B-3E2C-4330-A2D2-E763196C4A82}"/>
              </a:ext>
            </a:extLst>
          </p:cNvPr>
          <p:cNvPicPr>
            <a:picLocks noChangeAspect="1"/>
          </p:cNvPicPr>
          <p:nvPr/>
        </p:nvPicPr>
        <p:blipFill rotWithShape="1">
          <a:blip r:embed="rId3">
            <a:extLst>
              <a:ext uri="{28A0092B-C50C-407E-A947-70E740481C1C}">
                <a14:useLocalDpi xmlns:a14="http://schemas.microsoft.com/office/drawing/2010/main" val="0"/>
              </a:ext>
            </a:extLst>
          </a:blip>
          <a:srcRect t="9902" b="5342"/>
          <a:stretch/>
        </p:blipFill>
        <p:spPr>
          <a:xfrm>
            <a:off x="1161153" y="2130951"/>
            <a:ext cx="6467079" cy="3081676"/>
          </a:xfrm>
          <a:prstGeom prst="rect">
            <a:avLst/>
          </a:prstGeom>
        </p:spPr>
      </p:pic>
      <p:sp>
        <p:nvSpPr>
          <p:cNvPr id="2" name="Oval 1">
            <a:extLst>
              <a:ext uri="{FF2B5EF4-FFF2-40B4-BE49-F238E27FC236}">
                <a16:creationId xmlns:a16="http://schemas.microsoft.com/office/drawing/2014/main" id="{EA22C3B3-5538-40DF-A269-AFF8C6EFAB50}"/>
              </a:ext>
            </a:extLst>
          </p:cNvPr>
          <p:cNvSpPr/>
          <p:nvPr/>
        </p:nvSpPr>
        <p:spPr>
          <a:xfrm>
            <a:off x="755576" y="3125079"/>
            <a:ext cx="2376264" cy="204277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Tree>
    <p:extLst>
      <p:ext uri="{BB962C8B-B14F-4D97-AF65-F5344CB8AC3E}">
        <p14:creationId xmlns:p14="http://schemas.microsoft.com/office/powerpoint/2010/main" val="3805998936"/>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2610</TotalTime>
  <Words>214</Words>
  <Application>Microsoft Office PowerPoint</Application>
  <PresentationFormat>On-screen Show (4:3)</PresentationFormat>
  <Paragraphs>46</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Agency FB</vt:lpstr>
      <vt:lpstr>Arial</vt:lpstr>
      <vt:lpstr>Calibri</vt:lpstr>
      <vt:lpstr>GE SS Text Light</vt:lpstr>
      <vt:lpstr>linea-basic-10</vt:lpstr>
      <vt:lpstr>Roboto Medium</vt:lpstr>
      <vt:lpstr>Roboto Thin</vt:lpstr>
      <vt:lpstr>SF UI Display Thin</vt:lpstr>
      <vt:lpstr>نسق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ig</dc:creator>
  <cp:lastModifiedBy>Fatma Mukhtar Abdulgadir Elgallal</cp:lastModifiedBy>
  <cp:revision>175</cp:revision>
  <dcterms:created xsi:type="dcterms:W3CDTF">2017-11-12T16:00:14Z</dcterms:created>
  <dcterms:modified xsi:type="dcterms:W3CDTF">2020-09-15T11:35:58Z</dcterms:modified>
</cp:coreProperties>
</file>